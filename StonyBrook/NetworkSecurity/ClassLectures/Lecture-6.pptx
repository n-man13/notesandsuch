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2.xml" ContentType="application/vnd.openxmlformats-officedocument.presentationml.notesSlide+xml"/>
  <Override PartName="/ppt/tags/tag10.xml" ContentType="application/vnd.openxmlformats-officedocument.presentationml.tags+xml"/>
  <Override PartName="/ppt/notesSlides/notesSlide3.xml" ContentType="application/vnd.openxmlformats-officedocument.presentationml.notesSlide+xml"/>
  <Override PartName="/ppt/tags/tag11.xml" ContentType="application/vnd.openxmlformats-officedocument.presentationml.tags+xml"/>
  <Override PartName="/ppt/notesSlides/notesSlide4.xml" ContentType="application/vnd.openxmlformats-officedocument.presentationml.notesSlide+xml"/>
  <Override PartName="/ppt/tags/tag12.xml" ContentType="application/vnd.openxmlformats-officedocument.presentationml.tags+xml"/>
  <Override PartName="/ppt/notesSlides/notesSlide5.xml" ContentType="application/vnd.openxmlformats-officedocument.presentationml.notesSlid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6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notesSlides/notesSlide7.xml" ContentType="application/vnd.openxmlformats-officedocument.presentationml.notesSlide+xml"/>
  <Override PartName="/ppt/tags/tag21.xml" ContentType="application/vnd.openxmlformats-officedocument.presentationml.tags+xml"/>
  <Override PartName="/ppt/notesSlides/notesSlide8.xml" ContentType="application/vnd.openxmlformats-officedocument.presentationml.notesSlide+xml"/>
  <Override PartName="/ppt/tags/tag22.xml" ContentType="application/vnd.openxmlformats-officedocument.presentationml.tags+xml"/>
  <Override PartName="/ppt/notesSlides/notesSlide9.xml" ContentType="application/vnd.openxmlformats-officedocument.presentationml.notesSlide+xml"/>
  <Override PartName="/ppt/tags/tag23.xml" ContentType="application/vnd.openxmlformats-officedocument.presentationml.tags+xml"/>
  <Override PartName="/ppt/notesSlides/notesSlide10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1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notesSlides/notesSlide12.xml" ContentType="application/vnd.openxmlformats-officedocument.presentationml.notesSlide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13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notesSlides/notesSlide14.xml" ContentType="application/vnd.openxmlformats-officedocument.presentationml.notesSlide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5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notesSlides/notesSlide16.xml" ContentType="application/vnd.openxmlformats-officedocument.presentationml.notesSlide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notesSlides/notesSlide17.xml" ContentType="application/vnd.openxmlformats-officedocument.presentationml.notesSlide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18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notesSlides/notesSlide19.xml" ContentType="application/vnd.openxmlformats-officedocument.presentationml.notesSlide+xml"/>
  <Override PartName="/ppt/tags/tag123.xml" ContentType="application/vnd.openxmlformats-officedocument.presentationml.tags+xml"/>
  <Override PartName="/ppt/notesSlides/notesSlide20.xml" ContentType="application/vnd.openxmlformats-officedocument.presentationml.notesSlide+xml"/>
  <Override PartName="/ppt/tags/tag124.xml" ContentType="application/vnd.openxmlformats-officedocument.presentationml.tags+xml"/>
  <Override PartName="/ppt/notesSlides/notesSlide21.xml" ContentType="application/vnd.openxmlformats-officedocument.presentationml.notesSlide+xml"/>
  <Override PartName="/ppt/tags/tag125.xml" ContentType="application/vnd.openxmlformats-officedocument.presentationml.tags+xml"/>
  <Override PartName="/ppt/notesSlides/notesSlide22.xml" ContentType="application/vnd.openxmlformats-officedocument.presentationml.notesSlide+xml"/>
  <Override PartName="/ppt/tags/tag126.xml" ContentType="application/vnd.openxmlformats-officedocument.presentationml.tags+xml"/>
  <Override PartName="/ppt/notesSlides/notesSlide23.xml" ContentType="application/vnd.openxmlformats-officedocument.presentationml.notesSlide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notesSlides/notesSlide24.xml" ContentType="application/vnd.openxmlformats-officedocument.presentationml.notesSlide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notesSlides/notesSlide25.xml" ContentType="application/vnd.openxmlformats-officedocument.presentationml.notesSlide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notesSlides/notesSlide26.xml" ContentType="application/vnd.openxmlformats-officedocument.presentationml.notesSlide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notesSlides/notesSlide27.xml" ContentType="application/vnd.openxmlformats-officedocument.presentationml.notesSlide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notesSlides/notesSlide28.xml" ContentType="application/vnd.openxmlformats-officedocument.presentationml.notesSlide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notesSlides/notesSlide29.xml" ContentType="application/vnd.openxmlformats-officedocument.presentationml.notesSlid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notesSlides/notesSlide30.xml" ContentType="application/vnd.openxmlformats-officedocument.presentationml.notesSlide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notesSlides/notesSlide31.xml" ContentType="application/vnd.openxmlformats-officedocument.presentationml.notesSlide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notesSlides/notesSlide32.xml" ContentType="application/vnd.openxmlformats-officedocument.presentationml.notesSlide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notesSlides/notesSlide33.xml" ContentType="application/vnd.openxmlformats-officedocument.presentationml.notesSlide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notesSlides/notesSlide34.xml" ContentType="application/vnd.openxmlformats-officedocument.presentationml.notesSlide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notesSlides/notesSlide35.xml" ContentType="application/vnd.openxmlformats-officedocument.presentationml.notesSlide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notesSlides/notesSlide36.xml" ContentType="application/vnd.openxmlformats-officedocument.presentationml.notesSlide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notesSlides/notesSlide37.xml" ContentType="application/vnd.openxmlformats-officedocument.presentationml.notesSlide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38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notesSlides/notesSlide39.xml" ContentType="application/vnd.openxmlformats-officedocument.presentationml.notesSlide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notesSlides/notesSlide40.xml" ContentType="application/vnd.openxmlformats-officedocument.presentationml.notesSlide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notesSlides/notesSlide41.xml" ContentType="application/vnd.openxmlformats-officedocument.presentationml.notesSlide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notesSlides/notesSlide42.xml" ContentType="application/vnd.openxmlformats-officedocument.presentationml.notesSlide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notesSlides/notesSlide43.xml" ContentType="application/vnd.openxmlformats-officedocument.presentationml.notesSlide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notesSlides/notesSlide44.xml" ContentType="application/vnd.openxmlformats-officedocument.presentationml.notesSlide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notesSlides/notesSlide45.xml" ContentType="application/vnd.openxmlformats-officedocument.presentationml.notesSlide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notesSlides/notesSlide46.xml" ContentType="application/vnd.openxmlformats-officedocument.presentationml.notesSlide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notesSlides/notesSlide47.xml" ContentType="application/vnd.openxmlformats-officedocument.presentationml.notesSlide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notesSlides/notesSlide48.xml" ContentType="application/vnd.openxmlformats-officedocument.presentationml.notesSlide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notesSlides/notesSlide49.xml" ContentType="application/vnd.openxmlformats-officedocument.presentationml.notesSlide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notesSlides/notesSlide50.xml" ContentType="application/vnd.openxmlformats-officedocument.presentationml.notesSlide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notesSlides/notesSlide51.xml" ContentType="application/vnd.openxmlformats-officedocument.presentationml.notesSlide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notesSlides/notesSlide52.xml" ContentType="application/vnd.openxmlformats-officedocument.presentationml.notesSlide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notesSlides/notesSlide53.xml" ContentType="application/vnd.openxmlformats-officedocument.presentationml.notesSlide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notesSlides/notesSlide54.xml" ContentType="application/vnd.openxmlformats-officedocument.presentationml.notesSlide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notesSlides/notesSlide55.xml" ContentType="application/vnd.openxmlformats-officedocument.presentationml.notesSlide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notesSlides/notesSlide56.xml" ContentType="application/vnd.openxmlformats-officedocument.presentationml.notesSlide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notesSlides/notesSlide57.xml" ContentType="application/vnd.openxmlformats-officedocument.presentationml.notesSlide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notesSlides/notesSlide58.xml" ContentType="application/vnd.openxmlformats-officedocument.presentationml.notesSlide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notesSlides/notesSlide59.xml" ContentType="application/vnd.openxmlformats-officedocument.presentationml.notesSlide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notesSlides/notesSlide60.xml" ContentType="application/vnd.openxmlformats-officedocument.presentationml.notesSlide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notesSlides/notesSlide61.xml" ContentType="application/vnd.openxmlformats-officedocument.presentationml.notesSlide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notesSlides/notesSlide62.xml" ContentType="application/vnd.openxmlformats-officedocument.presentationml.notesSlide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notesSlides/notesSlide63.xml" ContentType="application/vnd.openxmlformats-officedocument.presentationml.notesSlide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notesSlides/notesSlide64.xml" ContentType="application/vnd.openxmlformats-officedocument.presentationml.notesSlide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notesSlides/notesSlide65.xml" ContentType="application/vnd.openxmlformats-officedocument.presentationml.notesSlide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notesSlides/notesSlide66.xml" ContentType="application/vnd.openxmlformats-officedocument.presentationml.notesSlide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notesSlides/notesSlide67.xml" ContentType="application/vnd.openxmlformats-officedocument.presentationml.notesSlide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notesSlides/notesSlide68.xml" ContentType="application/vnd.openxmlformats-officedocument.presentationml.notesSlide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notesSlides/notesSlide69.xml" ContentType="application/vnd.openxmlformats-officedocument.presentationml.notesSlide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notesSlides/notesSlide70.xml" ContentType="application/vnd.openxmlformats-officedocument.presentationml.notesSlide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notesSlides/notesSlide71.xml" ContentType="application/vnd.openxmlformats-officedocument.presentationml.notesSlide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notesSlides/notesSlide72.xml" ContentType="application/vnd.openxmlformats-officedocument.presentationml.notesSlide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notesSlides/notesSlide73.xml" ContentType="application/vnd.openxmlformats-officedocument.presentationml.notesSlide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notesSlides/notesSlide74.xml" ContentType="application/vnd.openxmlformats-officedocument.presentationml.notesSlide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notesSlides/notesSlide75.xml" ContentType="application/vnd.openxmlformats-officedocument.presentationml.notesSlide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notesSlides/notesSlide76.xml" ContentType="application/vnd.openxmlformats-officedocument.presentationml.notesSlide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notesSlides/notesSlide77.xml" ContentType="application/vnd.openxmlformats-officedocument.presentationml.notesSlide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notesSlides/notesSlide78.xml" ContentType="application/vnd.openxmlformats-officedocument.presentationml.notesSlide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notesSlides/notesSlide79.xml" ContentType="application/vnd.openxmlformats-officedocument.presentationml.notesSlide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notesSlides/notesSlide80.xml" ContentType="application/vnd.openxmlformats-officedocument.presentationml.notesSlide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notesSlides/notesSlide81.xml" ContentType="application/vnd.openxmlformats-officedocument.presentationml.notesSlide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notesSlides/notesSlide82.xml" ContentType="application/vnd.openxmlformats-officedocument.presentationml.notesSlide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notesSlides/notesSlide83.xml" ContentType="application/vnd.openxmlformats-officedocument.presentationml.notesSlide+xml"/>
  <Override PartName="/ppt/tags/tag996.xml" ContentType="application/vnd.openxmlformats-officedocument.presentationml.tags+xml"/>
  <Override PartName="/ppt/notesSlides/notesSlide84.xml" ContentType="application/vnd.openxmlformats-officedocument.presentationml.notesSlide+xml"/>
  <Override PartName="/ppt/tags/tag997.xml" ContentType="application/vnd.openxmlformats-officedocument.presentationml.tags+xml"/>
  <Override PartName="/ppt/notesSlides/notesSlide85.xml" ContentType="application/vnd.openxmlformats-officedocument.presentationml.notesSlide+xml"/>
  <Override PartName="/ppt/tags/tag998.xml" ContentType="application/vnd.openxmlformats-officedocument.presentationml.tags+xml"/>
  <Override PartName="/ppt/notesSlides/notesSlide86.xml" ContentType="application/vnd.openxmlformats-officedocument.presentationml.notesSlide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notesSlides/notesSlide87.xml" ContentType="application/vnd.openxmlformats-officedocument.presentationml.notesSlide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notesSlides/notesSlide88.xml" ContentType="application/vnd.openxmlformats-officedocument.presentationml.notesSlide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notesSlides/notesSlide89.xml" ContentType="application/vnd.openxmlformats-officedocument.presentationml.notesSlide+xml"/>
  <Override PartName="/ppt/tags/tag1014.xml" ContentType="application/vnd.openxmlformats-officedocument.presentationml.tags+xml"/>
  <Override PartName="/ppt/notesSlides/notesSlide90.xml" ContentType="application/vnd.openxmlformats-officedocument.presentationml.notesSlide+xml"/>
  <Override PartName="/ppt/tags/tag1015.xml" ContentType="application/vnd.openxmlformats-officedocument.presentationml.tags+xml"/>
  <Override PartName="/ppt/notesSlides/notesSlide91.xml" ContentType="application/vnd.openxmlformats-officedocument.presentationml.notesSlide+xml"/>
  <Override PartName="/ppt/tags/tag1016.xml" ContentType="application/vnd.openxmlformats-officedocument.presentationml.tags+xml"/>
  <Override PartName="/ppt/notesSlides/notesSlide92.xml" ContentType="application/vnd.openxmlformats-officedocument.presentationml.notesSlide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notesSlides/notesSlide93.xml" ContentType="application/vnd.openxmlformats-officedocument.presentationml.notesSlide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notesSlides/notesSlide94.xml" ContentType="application/vnd.openxmlformats-officedocument.presentationml.notesSlide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notesSlides/notesSlide95.xml" ContentType="application/vnd.openxmlformats-officedocument.presentationml.notesSlide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notesSlides/notesSlide96.xml" ContentType="application/vnd.openxmlformats-officedocument.presentationml.notesSlide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notesSlides/notesSlide97.xml" ContentType="application/vnd.openxmlformats-officedocument.presentationml.notesSlide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notesSlides/notesSlide98.xml" ContentType="application/vnd.openxmlformats-officedocument.presentationml.notesSlide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notesSlides/notesSlide99.xml" ContentType="application/vnd.openxmlformats-officedocument.presentationml.notesSlide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notesSlides/notesSlide100.xml" ContentType="application/vnd.openxmlformats-officedocument.presentationml.notesSlide+xml"/>
  <Override PartName="/ppt/tags/tag1053.xml" ContentType="application/vnd.openxmlformats-officedocument.presentationml.tags+xml"/>
  <Override PartName="/ppt/notesSlides/notesSlide101.xml" ContentType="application/vnd.openxmlformats-officedocument.presentationml.notesSlide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notesSlides/notesSlide102.xml" ContentType="application/vnd.openxmlformats-officedocument.presentationml.notesSlide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notesSlides/notesSlide103.xml" ContentType="application/vnd.openxmlformats-officedocument.presentationml.notesSlide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notesSlides/notesSlide104.xml" ContentType="application/vnd.openxmlformats-officedocument.presentationml.notesSlide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notesSlides/notesSlide105.xml" ContentType="application/vnd.openxmlformats-officedocument.presentationml.notesSlide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notesSlides/notesSlide106.xml" ContentType="application/vnd.openxmlformats-officedocument.presentationml.notesSlide+xml"/>
  <Override PartName="/ppt/tags/tag1138.xml" ContentType="application/vnd.openxmlformats-officedocument.presentationml.tags+xml"/>
  <Override PartName="/ppt/notesSlides/notesSlide107.xml" ContentType="application/vnd.openxmlformats-officedocument.presentationml.notesSlide+xml"/>
  <Override PartName="/ppt/tags/tag1139.xml" ContentType="application/vnd.openxmlformats-officedocument.presentationml.tags+xml"/>
  <Override PartName="/ppt/notesSlides/notesSlide108.xml" ContentType="application/vnd.openxmlformats-officedocument.presentationml.notesSlide+xml"/>
  <Override PartName="/ppt/tags/tag1140.xml" ContentType="application/vnd.openxmlformats-officedocument.presentationml.tags+xml"/>
  <Override PartName="/ppt/notesSlides/notesSlide109.xml" ContentType="application/vnd.openxmlformats-officedocument.presentationml.notesSlide+xml"/>
  <Override PartName="/ppt/tags/tag1141.xml" ContentType="application/vnd.openxmlformats-officedocument.presentationml.tags+xml"/>
  <Override PartName="/ppt/notesSlides/notesSlide110.xml" ContentType="application/vnd.openxmlformats-officedocument.presentationml.notesSlide+xml"/>
  <Override PartName="/ppt/tags/tag1142.xml" ContentType="application/vnd.openxmlformats-officedocument.presentationml.tags+xml"/>
  <Override PartName="/ppt/notesSlides/notesSlide111.xml" ContentType="application/vnd.openxmlformats-officedocument.presentationml.notesSlide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notesSlides/notesSlide112.xml" ContentType="application/vnd.openxmlformats-officedocument.presentationml.notesSlide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notesSlides/notesSlide113.xml" ContentType="application/vnd.openxmlformats-officedocument.presentationml.notesSlide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notesSlides/notesSlide114.xml" ContentType="application/vnd.openxmlformats-officedocument.presentationml.notesSlide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notesSlides/notesSlide115.xml" ContentType="application/vnd.openxmlformats-officedocument.presentationml.notesSlide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notesSlides/notesSlide116.xml" ContentType="application/vnd.openxmlformats-officedocument.presentationml.notesSlide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notesSlides/notesSlide117.xml" ContentType="application/vnd.openxmlformats-officedocument.presentationml.notesSlide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notesSlides/notesSlide118.xml" ContentType="application/vnd.openxmlformats-officedocument.presentationml.notesSlide+xml"/>
  <Override PartName="/ppt/tags/tag1280.xml" ContentType="application/vnd.openxmlformats-officedocument.presentationml.tags+xml"/>
  <Override PartName="/ppt/notesSlides/notesSlide119.xml" ContentType="application/vnd.openxmlformats-officedocument.presentationml.notesSlide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notesSlides/notesSlide120.xml" ContentType="application/vnd.openxmlformats-officedocument.presentationml.notesSlide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notesSlides/notesSlide121.xml" ContentType="application/vnd.openxmlformats-officedocument.presentationml.notesSlide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notesSlides/notesSlide122.xml" ContentType="application/vnd.openxmlformats-officedocument.presentationml.notesSlide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notesSlides/notesSlide123.xml" ContentType="application/vnd.openxmlformats-officedocument.presentationml.notesSlide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notesSlides/notesSlide124.xml" ContentType="application/vnd.openxmlformats-officedocument.presentationml.notesSlide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notesSlides/notesSlide125.xml" ContentType="application/vnd.openxmlformats-officedocument.presentationml.notesSlide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notesSlides/notesSlide126.xml" ContentType="application/vnd.openxmlformats-officedocument.presentationml.notesSlide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notesSlides/notesSlide127.xml" ContentType="application/vnd.openxmlformats-officedocument.presentationml.notesSlide+xml"/>
  <Override PartName="/ppt/tags/tag1425.xml" ContentType="application/vnd.openxmlformats-officedocument.presentationml.tags+xml"/>
  <Override PartName="/ppt/notesSlides/notesSlide128.xml" ContentType="application/vnd.openxmlformats-officedocument.presentationml.notesSlide+xml"/>
  <Override PartName="/ppt/tags/tag1426.xml" ContentType="application/vnd.openxmlformats-officedocument.presentationml.tags+xml"/>
  <Override PartName="/ppt/notesSlides/notesSlide129.xml" ContentType="application/vnd.openxmlformats-officedocument.presentationml.notesSlide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notesSlides/notesSlide130.xml" ContentType="application/vnd.openxmlformats-officedocument.presentationml.notesSlide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notesSlides/notesSlide131.xml" ContentType="application/vnd.openxmlformats-officedocument.presentationml.notesSlide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notesSlides/notesSlide132.xml" ContentType="application/vnd.openxmlformats-officedocument.presentationml.notesSlide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notesSlides/notesSlide133.xml" ContentType="application/vnd.openxmlformats-officedocument.presentationml.notesSlide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notesSlides/notesSlide134.xml" ContentType="application/vnd.openxmlformats-officedocument.presentationml.notesSlide+xml"/>
  <Override PartName="/ppt/tags/tag1538.xml" ContentType="application/vnd.openxmlformats-officedocument.presentationml.tags+xml"/>
  <Override PartName="/ppt/notesSlides/notesSlide135.xml" ContentType="application/vnd.openxmlformats-officedocument.presentationml.notesSlide+xml"/>
  <Override PartName="/ppt/tags/tag1539.xml" ContentType="application/vnd.openxmlformats-officedocument.presentationml.tags+xml"/>
  <Override PartName="/ppt/notesSlides/notesSlide136.xml" ContentType="application/vnd.openxmlformats-officedocument.presentationml.notesSlide+xml"/>
  <Override PartName="/ppt/tags/tag1540.xml" ContentType="application/vnd.openxmlformats-officedocument.presentationml.tags+xml"/>
  <Override PartName="/ppt/notesSlides/notesSlide1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 autoCompressPictures="0">
  <p:sldMasterIdLst>
    <p:sldMasterId id="2147483648" r:id="rId1"/>
  </p:sldMasterIdLst>
  <p:notesMasterIdLst>
    <p:notesMasterId r:id="rId142"/>
  </p:notesMasterIdLst>
  <p:sldIdLst>
    <p:sldId id="256" r:id="rId2"/>
    <p:sldId id="596" r:id="rId3"/>
    <p:sldId id="597" r:id="rId4"/>
    <p:sldId id="367" r:id="rId5"/>
    <p:sldId id="566" r:id="rId6"/>
    <p:sldId id="567" r:id="rId7"/>
    <p:sldId id="568" r:id="rId8"/>
    <p:sldId id="598" r:id="rId9"/>
    <p:sldId id="599" r:id="rId10"/>
    <p:sldId id="570" r:id="rId11"/>
    <p:sldId id="571" r:id="rId12"/>
    <p:sldId id="572" r:id="rId13"/>
    <p:sldId id="600" r:id="rId14"/>
    <p:sldId id="601" r:id="rId15"/>
    <p:sldId id="602" r:id="rId16"/>
    <p:sldId id="603" r:id="rId17"/>
    <p:sldId id="604" r:id="rId18"/>
    <p:sldId id="605" r:id="rId19"/>
    <p:sldId id="606" r:id="rId20"/>
    <p:sldId id="607" r:id="rId21"/>
    <p:sldId id="608" r:id="rId22"/>
    <p:sldId id="574" r:id="rId23"/>
    <p:sldId id="575" r:id="rId24"/>
    <p:sldId id="576" r:id="rId25"/>
    <p:sldId id="577" r:id="rId26"/>
    <p:sldId id="609" r:id="rId27"/>
    <p:sldId id="610" r:id="rId28"/>
    <p:sldId id="611" r:id="rId29"/>
    <p:sldId id="612" r:id="rId30"/>
    <p:sldId id="613" r:id="rId31"/>
    <p:sldId id="614" r:id="rId32"/>
    <p:sldId id="615" r:id="rId33"/>
    <p:sldId id="616" r:id="rId34"/>
    <p:sldId id="617" r:id="rId35"/>
    <p:sldId id="618" r:id="rId36"/>
    <p:sldId id="619" r:id="rId37"/>
    <p:sldId id="620" r:id="rId38"/>
    <p:sldId id="621" r:id="rId39"/>
    <p:sldId id="622" r:id="rId40"/>
    <p:sldId id="623" r:id="rId41"/>
    <p:sldId id="624" r:id="rId42"/>
    <p:sldId id="625" r:id="rId43"/>
    <p:sldId id="626" r:id="rId44"/>
    <p:sldId id="627" r:id="rId45"/>
    <p:sldId id="628" r:id="rId46"/>
    <p:sldId id="629" r:id="rId47"/>
    <p:sldId id="630" r:id="rId48"/>
    <p:sldId id="631" r:id="rId49"/>
    <p:sldId id="632" r:id="rId50"/>
    <p:sldId id="633" r:id="rId51"/>
    <p:sldId id="634" r:id="rId52"/>
    <p:sldId id="635" r:id="rId53"/>
    <p:sldId id="636" r:id="rId54"/>
    <p:sldId id="637" r:id="rId55"/>
    <p:sldId id="638" r:id="rId56"/>
    <p:sldId id="639" r:id="rId57"/>
    <p:sldId id="640" r:id="rId58"/>
    <p:sldId id="641" r:id="rId59"/>
    <p:sldId id="642" r:id="rId60"/>
    <p:sldId id="643" r:id="rId61"/>
    <p:sldId id="644" r:id="rId62"/>
    <p:sldId id="645" r:id="rId63"/>
    <p:sldId id="646" r:id="rId64"/>
    <p:sldId id="647" r:id="rId65"/>
    <p:sldId id="648" r:id="rId66"/>
    <p:sldId id="649" r:id="rId67"/>
    <p:sldId id="650" r:id="rId68"/>
    <p:sldId id="651" r:id="rId69"/>
    <p:sldId id="652" r:id="rId70"/>
    <p:sldId id="653" r:id="rId71"/>
    <p:sldId id="654" r:id="rId72"/>
    <p:sldId id="655" r:id="rId73"/>
    <p:sldId id="369" r:id="rId74"/>
    <p:sldId id="351" r:id="rId75"/>
    <p:sldId id="656" r:id="rId76"/>
    <p:sldId id="657" r:id="rId77"/>
    <p:sldId id="658" r:id="rId78"/>
    <p:sldId id="659" r:id="rId79"/>
    <p:sldId id="660" r:id="rId80"/>
    <p:sldId id="661" r:id="rId81"/>
    <p:sldId id="662" r:id="rId82"/>
    <p:sldId id="663" r:id="rId83"/>
    <p:sldId id="664" r:id="rId84"/>
    <p:sldId id="665" r:id="rId85"/>
    <p:sldId id="666" r:id="rId86"/>
    <p:sldId id="667" r:id="rId87"/>
    <p:sldId id="356" r:id="rId88"/>
    <p:sldId id="357" r:id="rId89"/>
    <p:sldId id="358" r:id="rId90"/>
    <p:sldId id="668" r:id="rId91"/>
    <p:sldId id="669" r:id="rId92"/>
    <p:sldId id="670" r:id="rId93"/>
    <p:sldId id="579" r:id="rId94"/>
    <p:sldId id="580" r:id="rId95"/>
    <p:sldId id="581" r:id="rId96"/>
    <p:sldId id="671" r:id="rId97"/>
    <p:sldId id="672" r:id="rId98"/>
    <p:sldId id="673" r:id="rId99"/>
    <p:sldId id="674" r:id="rId100"/>
    <p:sldId id="675" r:id="rId101"/>
    <p:sldId id="676" r:id="rId102"/>
    <p:sldId id="677" r:id="rId103"/>
    <p:sldId id="678" r:id="rId104"/>
    <p:sldId id="555" r:id="rId105"/>
    <p:sldId id="679" r:id="rId106"/>
    <p:sldId id="680" r:id="rId107"/>
    <p:sldId id="681" r:id="rId108"/>
    <p:sldId id="682" r:id="rId109"/>
    <p:sldId id="683" r:id="rId110"/>
    <p:sldId id="556" r:id="rId111"/>
    <p:sldId id="534" r:id="rId112"/>
    <p:sldId id="584" r:id="rId113"/>
    <p:sldId id="585" r:id="rId114"/>
    <p:sldId id="539" r:id="rId115"/>
    <p:sldId id="684" r:id="rId116"/>
    <p:sldId id="685" r:id="rId117"/>
    <p:sldId id="686" r:id="rId118"/>
    <p:sldId id="687" r:id="rId119"/>
    <p:sldId id="688" r:id="rId120"/>
    <p:sldId id="689" r:id="rId121"/>
    <p:sldId id="690" r:id="rId122"/>
    <p:sldId id="587" r:id="rId123"/>
    <p:sldId id="691" r:id="rId124"/>
    <p:sldId id="692" r:id="rId125"/>
    <p:sldId id="693" r:id="rId126"/>
    <p:sldId id="694" r:id="rId127"/>
    <p:sldId id="695" r:id="rId128"/>
    <p:sldId id="696" r:id="rId129"/>
    <p:sldId id="697" r:id="rId130"/>
    <p:sldId id="698" r:id="rId131"/>
    <p:sldId id="590" r:id="rId132"/>
    <p:sldId id="591" r:id="rId133"/>
    <p:sldId id="699" r:id="rId134"/>
    <p:sldId id="700" r:id="rId135"/>
    <p:sldId id="701" r:id="rId136"/>
    <p:sldId id="702" r:id="rId137"/>
    <p:sldId id="703" r:id="rId138"/>
    <p:sldId id="593" r:id="rId139"/>
    <p:sldId id="594" r:id="rId140"/>
    <p:sldId id="595" r:id="rId141"/>
  </p:sldIdLst>
  <p:sldSz cx="12192000" cy="6858000"/>
  <p:notesSz cx="6858000" cy="9144000"/>
  <p:embeddedFontLst>
    <p:embeddedFont>
      <p:font typeface="Avenir Next" panose="020B0503020202020204" pitchFamily="34" charset="0"/>
      <p:regular r:id="rId143"/>
      <p:bold r:id="rId144"/>
      <p:italic r:id="rId145"/>
      <p:boldItalic r:id="rId146"/>
    </p:embeddedFont>
    <p:embeddedFont>
      <p:font typeface="Broadway" pitchFamily="82" charset="77"/>
      <p:regular r:id="rId147"/>
    </p:embeddedFont>
    <p:embeddedFont>
      <p:font typeface="Monotype Sorts" pitchFamily="2" charset="2"/>
      <p:regular r:id="rId148"/>
    </p:embeddedFont>
    <p:embeddedFont>
      <p:font typeface="Playfair Display Medium" pitchFamily="2" charset="77"/>
      <p:regular r:id="rId149"/>
      <p:italic r:id="rId150"/>
    </p:embeddedFont>
    <p:embeddedFont>
      <p:font typeface="Roboto Black" panose="02000000000000000000" pitchFamily="2" charset="0"/>
      <p:bold r:id="rId151"/>
      <p:italic r:id="rId152"/>
      <p:boldItalic r:id="rId153"/>
    </p:embeddedFont>
    <p:embeddedFont>
      <p:font typeface="Roboto Medium" panose="02000000000000000000" pitchFamily="2" charset="0"/>
      <p:regular r:id="rId154"/>
      <p:italic r:id="rId155"/>
    </p:embeddedFont>
    <p:embeddedFont>
      <p:font typeface="Tw Cen MT" panose="020B0602020104020603" pitchFamily="34" charset="77"/>
      <p:regular r:id="rId156"/>
      <p:bold r:id="rId157"/>
      <p:italic r:id="rId158"/>
      <p:boldItalic r:id="rId15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E3E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690"/>
    <p:restoredTop sz="89524"/>
  </p:normalViewPr>
  <p:slideViewPr>
    <p:cSldViewPr snapToGrid="0">
      <p:cViewPr varScale="1">
        <p:scale>
          <a:sx n="114" d="100"/>
          <a:sy n="114" d="100"/>
        </p:scale>
        <p:origin x="688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font" Target="fonts/font17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font" Target="fonts/font7.fntdata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presProps" Target="presProp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font" Target="fonts/font8.fntdata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font" Target="fonts/font3.fntdata"/><Relationship Id="rId16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font" Target="fonts/font9.fntdata"/><Relationship Id="rId156" Type="http://schemas.openxmlformats.org/officeDocument/2006/relationships/font" Target="fonts/font14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font" Target="fonts/font4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theme" Target="theme/theme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font" Target="fonts/font15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font" Target="fonts/font10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font" Target="fonts/font5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notesMaster" Target="notesMasters/notesMaster1.xml"/><Relationship Id="rId163" Type="http://schemas.openxmlformats.org/officeDocument/2006/relationships/tableStyles" Target="tableStyle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font" Target="fonts/font16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font" Target="fonts/font11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font" Target="fonts/font1.fntdata"/><Relationship Id="rId148" Type="http://schemas.openxmlformats.org/officeDocument/2006/relationships/font" Target="fonts/font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font" Target="fonts/font12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font" Target="fonts/font2.fntdata"/><Relationship Id="rId90" Type="http://schemas.openxmlformats.org/officeDocument/2006/relationships/slide" Target="slides/slide89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font" Target="fonts/font13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7F87E18-CAC3-7644-8F5A-A356800A1012}" type="datetimeFigureOut">
              <a:rPr lang="en-US" smtClean="0"/>
              <a:t>2/20/25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1ECA0B-5070-1C41-9095-27C8E67755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20342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385058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9332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53247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03779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955872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218429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218429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600029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07933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913005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1282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295189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421397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37261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771281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6684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65008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37325495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37325495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3293047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3293047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3293047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94984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94984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949841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1031684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1031684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1031684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500953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500953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500953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7992373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7992373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7992373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8698959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8698959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869895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8131834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8131834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8131834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1146181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1146181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1146181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1045604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01123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01123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69401123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9080897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9080897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9080897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4652252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46522524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46522524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343387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343387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3433872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9877533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5714559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44647857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976679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976679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CN" altLang="en-US"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2976679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7541909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516520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943468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679269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8056881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94811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94811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948112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948112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94811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827430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8980316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401799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8168929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277486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41010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0462677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14230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3375442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3375442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388529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6341883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810455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810455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810455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810455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810455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1630459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9436708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1ECA0B-5070-1C41-9095-27C8E67755F0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78859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138108-892F-9329-1A67-AEA6E5211B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D8985D6-3B28-9B3B-A664-9F9384F6613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latin typeface="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2405921-6575-035D-1774-2506554CA1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"/>
              </a:defRPr>
            </a:lvl1pPr>
          </a:lstStyle>
          <a:p>
            <a:fld id="{7DB3996C-7414-5949-9F08-46CB74AC3D99}" type="datetimeFigureOut">
              <a:rPr lang="en-US" smtClean="0"/>
              <a:pPr/>
              <a:t>2/20/25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6CD911-3926-3CE8-C506-1B549BB1E9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6DECB1-18FD-D613-6D7F-D4F45EB3D7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"/>
              </a:defRPr>
            </a:lvl1pPr>
          </a:lstStyle>
          <a:p>
            <a:fld id="{4B71F97A-2E03-164F-B9B6-A00EA61B5B0D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E0F3A4D-F985-7BCB-AB0F-64E16508C9A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8906137" y="23813"/>
            <a:ext cx="3167695" cy="5427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59308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EDB7FD-1F1D-229A-5278-1FDF294E26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A98BD49-CAD6-A556-E6CD-EE8B78C29B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1BF33F4-845E-47E0-094D-6F8845BAD7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EBE11F-62CD-EC80-0A16-957295933A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3E3BBF8-2A72-3253-EF0F-B907EBAB02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32395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1A3353-E236-4A5B-D93D-0BBA31C57F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3848F1-CDE4-C5BF-9223-E4D54B7DB7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66A3B19-E1D0-91B0-CF2A-536EB6AD15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8569CD-47FB-76D0-4F59-045FDA05A7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67B523B-6FF8-9048-813C-A16F8354F8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20437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AD82A3-2386-0AE3-0358-2BD487387A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3DCA16-F758-9C96-F157-4FDAF883142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E65DC6A-4DF6-82F7-4C91-F5BBDD0789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B339355-B26D-9895-B5F3-F4E92F4C53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0E5DCCB-BC65-85DA-7B91-485717505F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86C8268-BE38-C7FD-AE4D-CB999EE3B4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4337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A23587-2580-047A-5B5B-DF3DE3EDD5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A2CB573-C4AA-96D8-3D8A-75494C37683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49104B6-E708-1E63-48A4-9DB23FFA244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B7D8DA3-8C6C-1BBF-0D5D-FD5D99A71D1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3BAC7D-B5DC-F22D-914F-59A264611B7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051A7B6-E499-E375-DD61-3BC712E803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A15DE18-CC0C-2503-6E76-83CD6B0EF7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228EDDB-F37B-9CE1-1914-4036E469AA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41433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76C311-1AEA-3ACC-8B98-651510157B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01411E0-6CC8-A5A4-02F9-3C82FBA243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3173077-8B1E-46A3-3115-4AA5C97FB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61B0E8-18DD-EE30-DD04-E559BC9013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49532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D1A7AFA-6632-3747-FEAF-65E324DACA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7D14213-25B8-1E69-5223-D70FB2208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D464E3-49D6-201B-CE73-0983A82438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92174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241C46-7459-BECE-4230-04F83E5057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B1C063E-85E7-C7B1-A123-ADACA2DC0A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2C39347-CCEC-4A2D-90F7-0CDA14CA6BA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57DC2AC-4AB7-599A-D126-54B59E2D53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69EE9E8-999C-4B7E-D4F0-F29F42362A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F92F5BB-8083-85E4-D6BD-BA43E1056B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244118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041AEE-3914-D2FC-FE69-C566FB78C4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193EE28-D247-9A23-5AA8-C4DD94FF7F2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2AD766-60BF-3145-90BD-310A7EC5CE4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AB082EC-8E41-B7DC-E461-651F939405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AEF1186-3332-E4B8-7429-5C76B7F226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7CDF68B-E796-6B79-50EA-199F34A85E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16999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31333B-D1E5-1749-F15C-E4388B103B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2346B2A-ABA6-C34E-B29B-E58CD9B42FF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360786C-DA27-AC70-8FE2-15F58B6720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FF1281-46CE-15BC-3A4D-01FE547ED1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056759F-108D-890C-7234-6E2AF5B2AC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991001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531DA53-121B-4023-4D79-9006AB128BA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8EEE257-C794-03C5-B676-B4A98A0E2AE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6418162-FF9C-9DD0-DCC9-EA75BDDD1E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B3996C-7414-5949-9F08-46CB74AC3D99}" type="datetimeFigureOut">
              <a:rPr lang="en-US" smtClean="0"/>
              <a:t>2/20/25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122F60-6200-C475-7AF0-90404C185B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3D026A-A2CC-FA4C-4B7D-05D7995AE0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71F97A-2E03-164F-B9B6-A00EA61B5B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97000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ACB024A-B22D-D1E4-B626-DEC3CDB3BC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B2B9F84-1988-0C6A-30F3-962E80B41E9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997656-7DA7-CB59-3848-0C89A5DF462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"/>
              </a:defRPr>
            </a:lvl1pPr>
          </a:lstStyle>
          <a:p>
            <a:fld id="{7DB3996C-7414-5949-9F08-46CB74AC3D99}" type="datetimeFigureOut">
              <a:rPr lang="en-US" smtClean="0"/>
              <a:pPr/>
              <a:t>2/20/25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86653C9-13A9-7CE1-6D3F-33529EB75AE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8FECCD-9034-9BD1-A67C-684EF8F108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"/>
              </a:defRPr>
            </a:lvl1pPr>
          </a:lstStyle>
          <a:p>
            <a:fld id="{4B71F97A-2E03-164F-B9B6-A00EA61B5B0D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9931F85-F9D7-9F92-1A14-B7FDDC77374E}"/>
              </a:ext>
            </a:extLst>
          </p:cNvPr>
          <p:cNvPicPr>
            <a:picLocks noChangeAspect="1"/>
          </p:cNvPicPr>
          <p:nvPr userDrawn="1"/>
        </p:nvPicPr>
        <p:blipFill>
          <a:blip r:embed="rId13"/>
          <a:stretch>
            <a:fillRect/>
          </a:stretch>
        </p:blipFill>
        <p:spPr>
          <a:xfrm>
            <a:off x="8906137" y="23813"/>
            <a:ext cx="3167695" cy="5427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92484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4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.xml"/><Relationship Id="rId6" Type="http://schemas.openxmlformats.org/officeDocument/2006/relationships/hyperlink" Target="https://www.blackhat.com/presentations/bh-dc-09/Kaminsky/BlackHat-DC-09-Kaminsky-DNS-Critical-Infrastructure.pdf" TargetMode="External"/><Relationship Id="rId5" Type="http://schemas.openxmlformats.org/officeDocument/2006/relationships/hyperlink" Target="http://unixwiz.net/techtips/iguide-kaminsky-dns-vuln.html" TargetMode="External"/><Relationship Id="rId4" Type="http://schemas.openxmlformats.org/officeDocument/2006/relationships/hyperlink" Target="http://www.openbsd.org/advisories/sni_12_resolverid.txt" TargetMode="Externa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tags" Target="../tags/tag15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6" Type="http://schemas.openxmlformats.org/officeDocument/2006/relationships/image" Target="../media/image2.emf"/><Relationship Id="rId5" Type="http://schemas.openxmlformats.org/officeDocument/2006/relationships/notesSlide" Target="../notesSlides/notesSlide6.xml"/><Relationship Id="rId4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emf"/><Relationship Id="rId3" Type="http://schemas.openxmlformats.org/officeDocument/2006/relationships/tags" Target="../tags/tag18.xml"/><Relationship Id="rId7" Type="http://schemas.openxmlformats.org/officeDocument/2006/relationships/notesSlide" Target="../notesSlides/notesSlide7.xml"/><Relationship Id="rId2" Type="http://schemas.openxmlformats.org/officeDocument/2006/relationships/tags" Target="../tags/tag17.xml"/><Relationship Id="rId1" Type="http://schemas.openxmlformats.org/officeDocument/2006/relationships/tags" Target="../tags/tag16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20.xml"/><Relationship Id="rId4" Type="http://schemas.openxmlformats.org/officeDocument/2006/relationships/tags" Target="../tags/tag19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1.xml"/><Relationship Id="rId4" Type="http://schemas.openxmlformats.org/officeDocument/2006/relationships/image" Target="../media/image3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tags" Target="../tags/tag26.xml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image" Target="../media/image4.gif"/><Relationship Id="rId5" Type="http://schemas.openxmlformats.org/officeDocument/2006/relationships/notesSlide" Target="../notesSlides/notesSlide11.xml"/><Relationship Id="rId4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gif"/><Relationship Id="rId3" Type="http://schemas.openxmlformats.org/officeDocument/2006/relationships/tags" Target="../tags/tag29.xml"/><Relationship Id="rId7" Type="http://schemas.openxmlformats.org/officeDocument/2006/relationships/notesSlide" Target="../notesSlides/notesSlide12.xml"/><Relationship Id="rId2" Type="http://schemas.openxmlformats.org/officeDocument/2006/relationships/tags" Target="../tags/tag28.xml"/><Relationship Id="rId1" Type="http://schemas.openxmlformats.org/officeDocument/2006/relationships/tags" Target="../tags/tag27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31.xml"/><Relationship Id="rId4" Type="http://schemas.openxmlformats.org/officeDocument/2006/relationships/tags" Target="../tags/tag30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4.xml"/><Relationship Id="rId7" Type="http://schemas.openxmlformats.org/officeDocument/2006/relationships/tags" Target="../tags/tag38.xml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tags" Target="../tags/tag37.xml"/><Relationship Id="rId5" Type="http://schemas.openxmlformats.org/officeDocument/2006/relationships/tags" Target="../tags/tag36.xml"/><Relationship Id="rId10" Type="http://schemas.openxmlformats.org/officeDocument/2006/relationships/image" Target="../media/image4.gif"/><Relationship Id="rId4" Type="http://schemas.openxmlformats.org/officeDocument/2006/relationships/tags" Target="../tags/tag35.xml"/><Relationship Id="rId9" Type="http://schemas.openxmlformats.org/officeDocument/2006/relationships/notesSlide" Target="../notesSlides/notesSlide13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3" Type="http://schemas.openxmlformats.org/officeDocument/2006/relationships/tags" Target="../tags/tag41.xml"/><Relationship Id="rId7" Type="http://schemas.openxmlformats.org/officeDocument/2006/relationships/tags" Target="../tags/tag45.xml"/><Relationship Id="rId12" Type="http://schemas.openxmlformats.org/officeDocument/2006/relationships/image" Target="../media/image4.gif"/><Relationship Id="rId2" Type="http://schemas.openxmlformats.org/officeDocument/2006/relationships/tags" Target="../tags/tag40.xml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notesSlide" Target="../notesSlides/notesSlide14.xml"/><Relationship Id="rId5" Type="http://schemas.openxmlformats.org/officeDocument/2006/relationships/tags" Target="../tags/tag43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42.xml"/><Relationship Id="rId9" Type="http://schemas.openxmlformats.org/officeDocument/2006/relationships/tags" Target="../tags/tag47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tags" Target="../tags/tag55.xml"/><Relationship Id="rId13" Type="http://schemas.openxmlformats.org/officeDocument/2006/relationships/notesSlide" Target="../notesSlides/notesSlide15.xml"/><Relationship Id="rId3" Type="http://schemas.openxmlformats.org/officeDocument/2006/relationships/tags" Target="../tags/tag50.xml"/><Relationship Id="rId7" Type="http://schemas.openxmlformats.org/officeDocument/2006/relationships/tags" Target="../tags/tag54.xml"/><Relationship Id="rId12" Type="http://schemas.openxmlformats.org/officeDocument/2006/relationships/slideLayout" Target="../slideLayouts/slideLayout2.xml"/><Relationship Id="rId2" Type="http://schemas.openxmlformats.org/officeDocument/2006/relationships/tags" Target="../tags/tag49.xml"/><Relationship Id="rId1" Type="http://schemas.openxmlformats.org/officeDocument/2006/relationships/tags" Target="../tags/tag48.xml"/><Relationship Id="rId6" Type="http://schemas.openxmlformats.org/officeDocument/2006/relationships/tags" Target="../tags/tag53.xml"/><Relationship Id="rId11" Type="http://schemas.openxmlformats.org/officeDocument/2006/relationships/tags" Target="../tags/tag58.xml"/><Relationship Id="rId5" Type="http://schemas.openxmlformats.org/officeDocument/2006/relationships/tags" Target="../tags/tag52.xml"/><Relationship Id="rId10" Type="http://schemas.openxmlformats.org/officeDocument/2006/relationships/tags" Target="../tags/tag57.xml"/><Relationship Id="rId4" Type="http://schemas.openxmlformats.org/officeDocument/2006/relationships/tags" Target="../tags/tag51.xml"/><Relationship Id="rId9" Type="http://schemas.openxmlformats.org/officeDocument/2006/relationships/tags" Target="../tags/tag56.xml"/><Relationship Id="rId14" Type="http://schemas.openxmlformats.org/officeDocument/2006/relationships/image" Target="../media/image4.gif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tags" Target="../tags/tag66.xml"/><Relationship Id="rId13" Type="http://schemas.openxmlformats.org/officeDocument/2006/relationships/tags" Target="../tags/tag71.xml"/><Relationship Id="rId3" Type="http://schemas.openxmlformats.org/officeDocument/2006/relationships/tags" Target="../tags/tag61.xml"/><Relationship Id="rId7" Type="http://schemas.openxmlformats.org/officeDocument/2006/relationships/tags" Target="../tags/tag65.xml"/><Relationship Id="rId12" Type="http://schemas.openxmlformats.org/officeDocument/2006/relationships/tags" Target="../tags/tag70.xml"/><Relationship Id="rId2" Type="http://schemas.openxmlformats.org/officeDocument/2006/relationships/tags" Target="../tags/tag60.xml"/><Relationship Id="rId16" Type="http://schemas.openxmlformats.org/officeDocument/2006/relationships/image" Target="../media/image4.gif"/><Relationship Id="rId1" Type="http://schemas.openxmlformats.org/officeDocument/2006/relationships/tags" Target="../tags/tag59.xml"/><Relationship Id="rId6" Type="http://schemas.openxmlformats.org/officeDocument/2006/relationships/tags" Target="../tags/tag64.xml"/><Relationship Id="rId11" Type="http://schemas.openxmlformats.org/officeDocument/2006/relationships/tags" Target="../tags/tag69.xml"/><Relationship Id="rId5" Type="http://schemas.openxmlformats.org/officeDocument/2006/relationships/tags" Target="../tags/tag63.xml"/><Relationship Id="rId15" Type="http://schemas.openxmlformats.org/officeDocument/2006/relationships/notesSlide" Target="../notesSlides/notesSlide16.xml"/><Relationship Id="rId10" Type="http://schemas.openxmlformats.org/officeDocument/2006/relationships/tags" Target="../tags/tag68.xml"/><Relationship Id="rId4" Type="http://schemas.openxmlformats.org/officeDocument/2006/relationships/tags" Target="../tags/tag62.xml"/><Relationship Id="rId9" Type="http://schemas.openxmlformats.org/officeDocument/2006/relationships/tags" Target="../tags/tag67.xml"/><Relationship Id="rId14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tags" Target="../tags/tag79.xml"/><Relationship Id="rId13" Type="http://schemas.openxmlformats.org/officeDocument/2006/relationships/tags" Target="../tags/tag84.xml"/><Relationship Id="rId18" Type="http://schemas.openxmlformats.org/officeDocument/2006/relationships/image" Target="../media/image4.gif"/><Relationship Id="rId3" Type="http://schemas.openxmlformats.org/officeDocument/2006/relationships/tags" Target="../tags/tag74.xml"/><Relationship Id="rId7" Type="http://schemas.openxmlformats.org/officeDocument/2006/relationships/tags" Target="../tags/tag78.xml"/><Relationship Id="rId12" Type="http://schemas.openxmlformats.org/officeDocument/2006/relationships/tags" Target="../tags/tag83.xml"/><Relationship Id="rId17" Type="http://schemas.openxmlformats.org/officeDocument/2006/relationships/notesSlide" Target="../notesSlides/notesSlide17.xml"/><Relationship Id="rId2" Type="http://schemas.openxmlformats.org/officeDocument/2006/relationships/tags" Target="../tags/tag73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72.xml"/><Relationship Id="rId6" Type="http://schemas.openxmlformats.org/officeDocument/2006/relationships/tags" Target="../tags/tag77.xml"/><Relationship Id="rId11" Type="http://schemas.openxmlformats.org/officeDocument/2006/relationships/tags" Target="../tags/tag82.xml"/><Relationship Id="rId5" Type="http://schemas.openxmlformats.org/officeDocument/2006/relationships/tags" Target="../tags/tag76.xml"/><Relationship Id="rId15" Type="http://schemas.openxmlformats.org/officeDocument/2006/relationships/tags" Target="../tags/tag86.xml"/><Relationship Id="rId10" Type="http://schemas.openxmlformats.org/officeDocument/2006/relationships/tags" Target="../tags/tag81.xml"/><Relationship Id="rId4" Type="http://schemas.openxmlformats.org/officeDocument/2006/relationships/tags" Target="../tags/tag75.xml"/><Relationship Id="rId9" Type="http://schemas.openxmlformats.org/officeDocument/2006/relationships/tags" Target="../tags/tag80.xml"/><Relationship Id="rId14" Type="http://schemas.openxmlformats.org/officeDocument/2006/relationships/tags" Target="../tags/tag8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tags" Target="../tags/tag94.xml"/><Relationship Id="rId13" Type="http://schemas.openxmlformats.org/officeDocument/2006/relationships/tags" Target="../tags/tag99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89.xml"/><Relationship Id="rId7" Type="http://schemas.openxmlformats.org/officeDocument/2006/relationships/tags" Target="../tags/tag93.xml"/><Relationship Id="rId12" Type="http://schemas.openxmlformats.org/officeDocument/2006/relationships/tags" Target="../tags/tag98.xml"/><Relationship Id="rId17" Type="http://schemas.openxmlformats.org/officeDocument/2006/relationships/tags" Target="../tags/tag103.xml"/><Relationship Id="rId2" Type="http://schemas.openxmlformats.org/officeDocument/2006/relationships/tags" Target="../tags/tag88.xml"/><Relationship Id="rId16" Type="http://schemas.openxmlformats.org/officeDocument/2006/relationships/tags" Target="../tags/tag102.xml"/><Relationship Id="rId20" Type="http://schemas.openxmlformats.org/officeDocument/2006/relationships/image" Target="../media/image4.gif"/><Relationship Id="rId1" Type="http://schemas.openxmlformats.org/officeDocument/2006/relationships/tags" Target="../tags/tag87.xml"/><Relationship Id="rId6" Type="http://schemas.openxmlformats.org/officeDocument/2006/relationships/tags" Target="../tags/tag92.xml"/><Relationship Id="rId11" Type="http://schemas.openxmlformats.org/officeDocument/2006/relationships/tags" Target="../tags/tag97.xml"/><Relationship Id="rId5" Type="http://schemas.openxmlformats.org/officeDocument/2006/relationships/tags" Target="../tags/tag91.xml"/><Relationship Id="rId15" Type="http://schemas.openxmlformats.org/officeDocument/2006/relationships/tags" Target="../tags/tag101.xml"/><Relationship Id="rId10" Type="http://schemas.openxmlformats.org/officeDocument/2006/relationships/tags" Target="../tags/tag96.xml"/><Relationship Id="rId19" Type="http://schemas.openxmlformats.org/officeDocument/2006/relationships/notesSlide" Target="../notesSlides/notesSlide18.xml"/><Relationship Id="rId4" Type="http://schemas.openxmlformats.org/officeDocument/2006/relationships/tags" Target="../tags/tag90.xml"/><Relationship Id="rId9" Type="http://schemas.openxmlformats.org/officeDocument/2006/relationships/tags" Target="../tags/tag95.xml"/><Relationship Id="rId14" Type="http://schemas.openxmlformats.org/officeDocument/2006/relationships/tags" Target="../tags/tag100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tags" Target="../tags/tag111.xml"/><Relationship Id="rId13" Type="http://schemas.openxmlformats.org/officeDocument/2006/relationships/tags" Target="../tags/tag116.xml"/><Relationship Id="rId18" Type="http://schemas.openxmlformats.org/officeDocument/2006/relationships/tags" Target="../tags/tag121.xml"/><Relationship Id="rId3" Type="http://schemas.openxmlformats.org/officeDocument/2006/relationships/tags" Target="../tags/tag106.xml"/><Relationship Id="rId21" Type="http://schemas.openxmlformats.org/officeDocument/2006/relationships/notesSlide" Target="../notesSlides/notesSlide19.xml"/><Relationship Id="rId7" Type="http://schemas.openxmlformats.org/officeDocument/2006/relationships/tags" Target="../tags/tag110.xml"/><Relationship Id="rId12" Type="http://schemas.openxmlformats.org/officeDocument/2006/relationships/tags" Target="../tags/tag115.xml"/><Relationship Id="rId17" Type="http://schemas.openxmlformats.org/officeDocument/2006/relationships/tags" Target="../tags/tag120.xml"/><Relationship Id="rId2" Type="http://schemas.openxmlformats.org/officeDocument/2006/relationships/tags" Target="../tags/tag105.xml"/><Relationship Id="rId16" Type="http://schemas.openxmlformats.org/officeDocument/2006/relationships/tags" Target="../tags/tag119.xml"/><Relationship Id="rId20" Type="http://schemas.openxmlformats.org/officeDocument/2006/relationships/slideLayout" Target="../slideLayouts/slideLayout2.xml"/><Relationship Id="rId1" Type="http://schemas.openxmlformats.org/officeDocument/2006/relationships/tags" Target="../tags/tag104.xml"/><Relationship Id="rId6" Type="http://schemas.openxmlformats.org/officeDocument/2006/relationships/tags" Target="../tags/tag109.xml"/><Relationship Id="rId11" Type="http://schemas.openxmlformats.org/officeDocument/2006/relationships/tags" Target="../tags/tag114.xml"/><Relationship Id="rId5" Type="http://schemas.openxmlformats.org/officeDocument/2006/relationships/tags" Target="../tags/tag108.xml"/><Relationship Id="rId15" Type="http://schemas.openxmlformats.org/officeDocument/2006/relationships/tags" Target="../tags/tag118.xml"/><Relationship Id="rId10" Type="http://schemas.openxmlformats.org/officeDocument/2006/relationships/tags" Target="../tags/tag113.xml"/><Relationship Id="rId19" Type="http://schemas.openxmlformats.org/officeDocument/2006/relationships/tags" Target="../tags/tag122.xml"/><Relationship Id="rId4" Type="http://schemas.openxmlformats.org/officeDocument/2006/relationships/tags" Target="../tags/tag107.xml"/><Relationship Id="rId9" Type="http://schemas.openxmlformats.org/officeDocument/2006/relationships/tags" Target="../tags/tag112.xml"/><Relationship Id="rId14" Type="http://schemas.openxmlformats.org/officeDocument/2006/relationships/tags" Target="../tags/tag117.xml"/><Relationship Id="rId22" Type="http://schemas.openxmlformats.org/officeDocument/2006/relationships/image" Target="../media/image4.gi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5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6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tags" Target="../tags/tag134.xml"/><Relationship Id="rId13" Type="http://schemas.openxmlformats.org/officeDocument/2006/relationships/tags" Target="../tags/tag139.xml"/><Relationship Id="rId18" Type="http://schemas.openxmlformats.org/officeDocument/2006/relationships/image" Target="../media/image8.png"/><Relationship Id="rId3" Type="http://schemas.openxmlformats.org/officeDocument/2006/relationships/tags" Target="../tags/tag129.xml"/><Relationship Id="rId7" Type="http://schemas.openxmlformats.org/officeDocument/2006/relationships/tags" Target="../tags/tag133.xml"/><Relationship Id="rId12" Type="http://schemas.openxmlformats.org/officeDocument/2006/relationships/tags" Target="../tags/tag138.xml"/><Relationship Id="rId17" Type="http://schemas.openxmlformats.org/officeDocument/2006/relationships/image" Target="../media/image7.png"/><Relationship Id="rId2" Type="http://schemas.openxmlformats.org/officeDocument/2006/relationships/tags" Target="../tags/tag128.xml"/><Relationship Id="rId16" Type="http://schemas.openxmlformats.org/officeDocument/2006/relationships/notesSlide" Target="../notesSlides/notesSlide24.xml"/><Relationship Id="rId20" Type="http://schemas.openxmlformats.org/officeDocument/2006/relationships/image" Target="../media/image10.png"/><Relationship Id="rId1" Type="http://schemas.openxmlformats.org/officeDocument/2006/relationships/tags" Target="../tags/tag127.xml"/><Relationship Id="rId6" Type="http://schemas.openxmlformats.org/officeDocument/2006/relationships/tags" Target="../tags/tag132.xml"/><Relationship Id="rId11" Type="http://schemas.openxmlformats.org/officeDocument/2006/relationships/tags" Target="../tags/tag137.xml"/><Relationship Id="rId5" Type="http://schemas.openxmlformats.org/officeDocument/2006/relationships/tags" Target="../tags/tag131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136.xml"/><Relationship Id="rId19" Type="http://schemas.openxmlformats.org/officeDocument/2006/relationships/image" Target="../media/image9.png"/><Relationship Id="rId4" Type="http://schemas.openxmlformats.org/officeDocument/2006/relationships/tags" Target="../tags/tag130.xml"/><Relationship Id="rId9" Type="http://schemas.openxmlformats.org/officeDocument/2006/relationships/tags" Target="../tags/tag135.xml"/><Relationship Id="rId14" Type="http://schemas.openxmlformats.org/officeDocument/2006/relationships/tags" Target="../tags/tag140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tags" Target="../tags/tag148.xml"/><Relationship Id="rId13" Type="http://schemas.openxmlformats.org/officeDocument/2006/relationships/tags" Target="../tags/tag153.xml"/><Relationship Id="rId18" Type="http://schemas.openxmlformats.org/officeDocument/2006/relationships/notesSlide" Target="../notesSlides/notesSlide25.xml"/><Relationship Id="rId3" Type="http://schemas.openxmlformats.org/officeDocument/2006/relationships/tags" Target="../tags/tag143.xml"/><Relationship Id="rId21" Type="http://schemas.openxmlformats.org/officeDocument/2006/relationships/image" Target="../media/image9.png"/><Relationship Id="rId7" Type="http://schemas.openxmlformats.org/officeDocument/2006/relationships/tags" Target="../tags/tag147.xml"/><Relationship Id="rId12" Type="http://schemas.openxmlformats.org/officeDocument/2006/relationships/tags" Target="../tags/tag152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142.xml"/><Relationship Id="rId16" Type="http://schemas.openxmlformats.org/officeDocument/2006/relationships/tags" Target="../tags/tag156.xml"/><Relationship Id="rId20" Type="http://schemas.openxmlformats.org/officeDocument/2006/relationships/image" Target="../media/image8.png"/><Relationship Id="rId1" Type="http://schemas.openxmlformats.org/officeDocument/2006/relationships/tags" Target="../tags/tag141.xml"/><Relationship Id="rId6" Type="http://schemas.openxmlformats.org/officeDocument/2006/relationships/tags" Target="../tags/tag146.xml"/><Relationship Id="rId11" Type="http://schemas.openxmlformats.org/officeDocument/2006/relationships/tags" Target="../tags/tag151.xml"/><Relationship Id="rId5" Type="http://schemas.openxmlformats.org/officeDocument/2006/relationships/tags" Target="../tags/tag145.xml"/><Relationship Id="rId15" Type="http://schemas.openxmlformats.org/officeDocument/2006/relationships/tags" Target="../tags/tag155.xml"/><Relationship Id="rId10" Type="http://schemas.openxmlformats.org/officeDocument/2006/relationships/tags" Target="../tags/tag150.xml"/><Relationship Id="rId19" Type="http://schemas.openxmlformats.org/officeDocument/2006/relationships/image" Target="../media/image7.png"/><Relationship Id="rId4" Type="http://schemas.openxmlformats.org/officeDocument/2006/relationships/tags" Target="../tags/tag144.xml"/><Relationship Id="rId9" Type="http://schemas.openxmlformats.org/officeDocument/2006/relationships/tags" Target="../tags/tag149.xml"/><Relationship Id="rId14" Type="http://schemas.openxmlformats.org/officeDocument/2006/relationships/tags" Target="../tags/tag154.xml"/><Relationship Id="rId22" Type="http://schemas.openxmlformats.org/officeDocument/2006/relationships/image" Target="../media/image10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tags" Target="../tags/tag164.xml"/><Relationship Id="rId13" Type="http://schemas.openxmlformats.org/officeDocument/2006/relationships/tags" Target="../tags/tag169.xml"/><Relationship Id="rId18" Type="http://schemas.openxmlformats.org/officeDocument/2006/relationships/tags" Target="../tags/tag174.xml"/><Relationship Id="rId3" Type="http://schemas.openxmlformats.org/officeDocument/2006/relationships/tags" Target="../tags/tag159.xml"/><Relationship Id="rId21" Type="http://schemas.openxmlformats.org/officeDocument/2006/relationships/image" Target="../media/image7.png"/><Relationship Id="rId7" Type="http://schemas.openxmlformats.org/officeDocument/2006/relationships/tags" Target="../tags/tag163.xml"/><Relationship Id="rId12" Type="http://schemas.openxmlformats.org/officeDocument/2006/relationships/tags" Target="../tags/tag168.xml"/><Relationship Id="rId17" Type="http://schemas.openxmlformats.org/officeDocument/2006/relationships/tags" Target="../tags/tag173.xml"/><Relationship Id="rId2" Type="http://schemas.openxmlformats.org/officeDocument/2006/relationships/tags" Target="../tags/tag158.xml"/><Relationship Id="rId16" Type="http://schemas.openxmlformats.org/officeDocument/2006/relationships/tags" Target="../tags/tag172.xml"/><Relationship Id="rId20" Type="http://schemas.openxmlformats.org/officeDocument/2006/relationships/notesSlide" Target="../notesSlides/notesSlide26.xml"/><Relationship Id="rId1" Type="http://schemas.openxmlformats.org/officeDocument/2006/relationships/tags" Target="../tags/tag157.xml"/><Relationship Id="rId6" Type="http://schemas.openxmlformats.org/officeDocument/2006/relationships/tags" Target="../tags/tag162.xml"/><Relationship Id="rId11" Type="http://schemas.openxmlformats.org/officeDocument/2006/relationships/tags" Target="../tags/tag167.xml"/><Relationship Id="rId24" Type="http://schemas.openxmlformats.org/officeDocument/2006/relationships/image" Target="../media/image10.png"/><Relationship Id="rId5" Type="http://schemas.openxmlformats.org/officeDocument/2006/relationships/tags" Target="../tags/tag161.xml"/><Relationship Id="rId15" Type="http://schemas.openxmlformats.org/officeDocument/2006/relationships/tags" Target="../tags/tag171.xml"/><Relationship Id="rId23" Type="http://schemas.openxmlformats.org/officeDocument/2006/relationships/image" Target="../media/image9.png"/><Relationship Id="rId10" Type="http://schemas.openxmlformats.org/officeDocument/2006/relationships/tags" Target="../tags/tag166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160.xml"/><Relationship Id="rId9" Type="http://schemas.openxmlformats.org/officeDocument/2006/relationships/tags" Target="../tags/tag165.xml"/><Relationship Id="rId14" Type="http://schemas.openxmlformats.org/officeDocument/2006/relationships/tags" Target="../tags/tag170.xml"/><Relationship Id="rId22" Type="http://schemas.openxmlformats.org/officeDocument/2006/relationships/image" Target="../media/image8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tags" Target="../tags/tag182.xml"/><Relationship Id="rId13" Type="http://schemas.openxmlformats.org/officeDocument/2006/relationships/tags" Target="../tags/tag187.xml"/><Relationship Id="rId18" Type="http://schemas.openxmlformats.org/officeDocument/2006/relationships/tags" Target="../tags/tag192.xml"/><Relationship Id="rId26" Type="http://schemas.openxmlformats.org/officeDocument/2006/relationships/image" Target="../media/image10.png"/><Relationship Id="rId3" Type="http://schemas.openxmlformats.org/officeDocument/2006/relationships/tags" Target="../tags/tag177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81.xml"/><Relationship Id="rId12" Type="http://schemas.openxmlformats.org/officeDocument/2006/relationships/tags" Target="../tags/tag186.xml"/><Relationship Id="rId17" Type="http://schemas.openxmlformats.org/officeDocument/2006/relationships/tags" Target="../tags/tag191.xml"/><Relationship Id="rId25" Type="http://schemas.openxmlformats.org/officeDocument/2006/relationships/image" Target="../media/image9.png"/><Relationship Id="rId2" Type="http://schemas.openxmlformats.org/officeDocument/2006/relationships/tags" Target="../tags/tag176.xml"/><Relationship Id="rId16" Type="http://schemas.openxmlformats.org/officeDocument/2006/relationships/tags" Target="../tags/tag190.xml"/><Relationship Id="rId20" Type="http://schemas.openxmlformats.org/officeDocument/2006/relationships/tags" Target="../tags/tag194.xml"/><Relationship Id="rId1" Type="http://schemas.openxmlformats.org/officeDocument/2006/relationships/tags" Target="../tags/tag175.xml"/><Relationship Id="rId6" Type="http://schemas.openxmlformats.org/officeDocument/2006/relationships/tags" Target="../tags/tag180.xml"/><Relationship Id="rId11" Type="http://schemas.openxmlformats.org/officeDocument/2006/relationships/tags" Target="../tags/tag185.xml"/><Relationship Id="rId24" Type="http://schemas.openxmlformats.org/officeDocument/2006/relationships/image" Target="../media/image8.png"/><Relationship Id="rId5" Type="http://schemas.openxmlformats.org/officeDocument/2006/relationships/tags" Target="../tags/tag179.xml"/><Relationship Id="rId15" Type="http://schemas.openxmlformats.org/officeDocument/2006/relationships/tags" Target="../tags/tag189.xml"/><Relationship Id="rId23" Type="http://schemas.openxmlformats.org/officeDocument/2006/relationships/image" Target="../media/image7.png"/><Relationship Id="rId10" Type="http://schemas.openxmlformats.org/officeDocument/2006/relationships/tags" Target="../tags/tag184.xml"/><Relationship Id="rId19" Type="http://schemas.openxmlformats.org/officeDocument/2006/relationships/tags" Target="../tags/tag193.xml"/><Relationship Id="rId4" Type="http://schemas.openxmlformats.org/officeDocument/2006/relationships/tags" Target="../tags/tag178.xml"/><Relationship Id="rId9" Type="http://schemas.openxmlformats.org/officeDocument/2006/relationships/tags" Target="../tags/tag183.xml"/><Relationship Id="rId14" Type="http://schemas.openxmlformats.org/officeDocument/2006/relationships/tags" Target="../tags/tag188.xml"/><Relationship Id="rId22" Type="http://schemas.openxmlformats.org/officeDocument/2006/relationships/notesSlide" Target="../notesSlides/notesSlide2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tags" Target="../tags/tag202.xml"/><Relationship Id="rId13" Type="http://schemas.openxmlformats.org/officeDocument/2006/relationships/tags" Target="../tags/tag207.xml"/><Relationship Id="rId18" Type="http://schemas.openxmlformats.org/officeDocument/2006/relationships/tags" Target="../tags/tag212.xml"/><Relationship Id="rId3" Type="http://schemas.openxmlformats.org/officeDocument/2006/relationships/tags" Target="../tags/tag197.xml"/><Relationship Id="rId21" Type="http://schemas.openxmlformats.org/officeDocument/2006/relationships/image" Target="../media/image7.png"/><Relationship Id="rId7" Type="http://schemas.openxmlformats.org/officeDocument/2006/relationships/tags" Target="../tags/tag201.xml"/><Relationship Id="rId12" Type="http://schemas.openxmlformats.org/officeDocument/2006/relationships/tags" Target="../tags/tag206.xml"/><Relationship Id="rId17" Type="http://schemas.openxmlformats.org/officeDocument/2006/relationships/tags" Target="../tags/tag211.xml"/><Relationship Id="rId2" Type="http://schemas.openxmlformats.org/officeDocument/2006/relationships/tags" Target="../tags/tag196.xml"/><Relationship Id="rId16" Type="http://schemas.openxmlformats.org/officeDocument/2006/relationships/tags" Target="../tags/tag210.xml"/><Relationship Id="rId20" Type="http://schemas.openxmlformats.org/officeDocument/2006/relationships/notesSlide" Target="../notesSlides/notesSlide28.xml"/><Relationship Id="rId1" Type="http://schemas.openxmlformats.org/officeDocument/2006/relationships/tags" Target="../tags/tag195.xml"/><Relationship Id="rId6" Type="http://schemas.openxmlformats.org/officeDocument/2006/relationships/tags" Target="../tags/tag200.xml"/><Relationship Id="rId11" Type="http://schemas.openxmlformats.org/officeDocument/2006/relationships/tags" Target="../tags/tag205.xml"/><Relationship Id="rId24" Type="http://schemas.openxmlformats.org/officeDocument/2006/relationships/image" Target="../media/image10.png"/><Relationship Id="rId5" Type="http://schemas.openxmlformats.org/officeDocument/2006/relationships/tags" Target="../tags/tag199.xml"/><Relationship Id="rId15" Type="http://schemas.openxmlformats.org/officeDocument/2006/relationships/tags" Target="../tags/tag209.xml"/><Relationship Id="rId23" Type="http://schemas.openxmlformats.org/officeDocument/2006/relationships/image" Target="../media/image9.png"/><Relationship Id="rId10" Type="http://schemas.openxmlformats.org/officeDocument/2006/relationships/tags" Target="../tags/tag204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198.xml"/><Relationship Id="rId9" Type="http://schemas.openxmlformats.org/officeDocument/2006/relationships/tags" Target="../tags/tag203.xml"/><Relationship Id="rId14" Type="http://schemas.openxmlformats.org/officeDocument/2006/relationships/tags" Target="../tags/tag208.xml"/><Relationship Id="rId22" Type="http://schemas.openxmlformats.org/officeDocument/2006/relationships/image" Target="../media/image8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tags" Target="../tags/tag220.xml"/><Relationship Id="rId13" Type="http://schemas.openxmlformats.org/officeDocument/2006/relationships/tags" Target="../tags/tag225.xml"/><Relationship Id="rId18" Type="http://schemas.openxmlformats.org/officeDocument/2006/relationships/tags" Target="../tags/tag230.xml"/><Relationship Id="rId26" Type="http://schemas.openxmlformats.org/officeDocument/2006/relationships/image" Target="../media/image10.png"/><Relationship Id="rId3" Type="http://schemas.openxmlformats.org/officeDocument/2006/relationships/tags" Target="../tags/tag215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219.xml"/><Relationship Id="rId12" Type="http://schemas.openxmlformats.org/officeDocument/2006/relationships/tags" Target="../tags/tag224.xml"/><Relationship Id="rId17" Type="http://schemas.openxmlformats.org/officeDocument/2006/relationships/tags" Target="../tags/tag229.xml"/><Relationship Id="rId25" Type="http://schemas.openxmlformats.org/officeDocument/2006/relationships/image" Target="../media/image9.png"/><Relationship Id="rId2" Type="http://schemas.openxmlformats.org/officeDocument/2006/relationships/tags" Target="../tags/tag214.xml"/><Relationship Id="rId16" Type="http://schemas.openxmlformats.org/officeDocument/2006/relationships/tags" Target="../tags/tag228.xml"/><Relationship Id="rId20" Type="http://schemas.openxmlformats.org/officeDocument/2006/relationships/tags" Target="../tags/tag232.xml"/><Relationship Id="rId1" Type="http://schemas.openxmlformats.org/officeDocument/2006/relationships/tags" Target="../tags/tag213.xml"/><Relationship Id="rId6" Type="http://schemas.openxmlformats.org/officeDocument/2006/relationships/tags" Target="../tags/tag218.xml"/><Relationship Id="rId11" Type="http://schemas.openxmlformats.org/officeDocument/2006/relationships/tags" Target="../tags/tag223.xml"/><Relationship Id="rId24" Type="http://schemas.openxmlformats.org/officeDocument/2006/relationships/image" Target="../media/image8.png"/><Relationship Id="rId5" Type="http://schemas.openxmlformats.org/officeDocument/2006/relationships/tags" Target="../tags/tag217.xml"/><Relationship Id="rId15" Type="http://schemas.openxmlformats.org/officeDocument/2006/relationships/tags" Target="../tags/tag227.xml"/><Relationship Id="rId23" Type="http://schemas.openxmlformats.org/officeDocument/2006/relationships/image" Target="../media/image7.png"/><Relationship Id="rId10" Type="http://schemas.openxmlformats.org/officeDocument/2006/relationships/tags" Target="../tags/tag222.xml"/><Relationship Id="rId19" Type="http://schemas.openxmlformats.org/officeDocument/2006/relationships/tags" Target="../tags/tag231.xml"/><Relationship Id="rId4" Type="http://schemas.openxmlformats.org/officeDocument/2006/relationships/tags" Target="../tags/tag216.xml"/><Relationship Id="rId9" Type="http://schemas.openxmlformats.org/officeDocument/2006/relationships/tags" Target="../tags/tag221.xml"/><Relationship Id="rId14" Type="http://schemas.openxmlformats.org/officeDocument/2006/relationships/tags" Target="../tags/tag226.xml"/><Relationship Id="rId22" Type="http://schemas.openxmlformats.org/officeDocument/2006/relationships/notesSlide" Target="../notesSlides/notesSlide29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tags" Target="../tags/tag240.xml"/><Relationship Id="rId13" Type="http://schemas.openxmlformats.org/officeDocument/2006/relationships/tags" Target="../tags/tag245.xml"/><Relationship Id="rId18" Type="http://schemas.openxmlformats.org/officeDocument/2006/relationships/tags" Target="../tags/tag250.xml"/><Relationship Id="rId3" Type="http://schemas.openxmlformats.org/officeDocument/2006/relationships/tags" Target="../tags/tag235.xml"/><Relationship Id="rId21" Type="http://schemas.openxmlformats.org/officeDocument/2006/relationships/image" Target="../media/image7.png"/><Relationship Id="rId7" Type="http://schemas.openxmlformats.org/officeDocument/2006/relationships/tags" Target="../tags/tag239.xml"/><Relationship Id="rId12" Type="http://schemas.openxmlformats.org/officeDocument/2006/relationships/tags" Target="../tags/tag244.xml"/><Relationship Id="rId17" Type="http://schemas.openxmlformats.org/officeDocument/2006/relationships/tags" Target="../tags/tag249.xml"/><Relationship Id="rId2" Type="http://schemas.openxmlformats.org/officeDocument/2006/relationships/tags" Target="../tags/tag234.xml"/><Relationship Id="rId16" Type="http://schemas.openxmlformats.org/officeDocument/2006/relationships/tags" Target="../tags/tag248.xml"/><Relationship Id="rId20" Type="http://schemas.openxmlformats.org/officeDocument/2006/relationships/notesSlide" Target="../notesSlides/notesSlide30.xml"/><Relationship Id="rId1" Type="http://schemas.openxmlformats.org/officeDocument/2006/relationships/tags" Target="../tags/tag233.xml"/><Relationship Id="rId6" Type="http://schemas.openxmlformats.org/officeDocument/2006/relationships/tags" Target="../tags/tag238.xml"/><Relationship Id="rId11" Type="http://schemas.openxmlformats.org/officeDocument/2006/relationships/tags" Target="../tags/tag243.xml"/><Relationship Id="rId24" Type="http://schemas.openxmlformats.org/officeDocument/2006/relationships/image" Target="../media/image10.png"/><Relationship Id="rId5" Type="http://schemas.openxmlformats.org/officeDocument/2006/relationships/tags" Target="../tags/tag237.xml"/><Relationship Id="rId15" Type="http://schemas.openxmlformats.org/officeDocument/2006/relationships/tags" Target="../tags/tag247.xml"/><Relationship Id="rId23" Type="http://schemas.openxmlformats.org/officeDocument/2006/relationships/image" Target="../media/image9.png"/><Relationship Id="rId10" Type="http://schemas.openxmlformats.org/officeDocument/2006/relationships/tags" Target="../tags/tag242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236.xml"/><Relationship Id="rId9" Type="http://schemas.openxmlformats.org/officeDocument/2006/relationships/tags" Target="../tags/tag241.xml"/><Relationship Id="rId14" Type="http://schemas.openxmlformats.org/officeDocument/2006/relationships/tags" Target="../tags/tag246.xml"/><Relationship Id="rId22" Type="http://schemas.openxmlformats.org/officeDocument/2006/relationships/image" Target="../media/image8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tags" Target="../tags/tag258.xml"/><Relationship Id="rId13" Type="http://schemas.openxmlformats.org/officeDocument/2006/relationships/tags" Target="../tags/tag263.xml"/><Relationship Id="rId18" Type="http://schemas.openxmlformats.org/officeDocument/2006/relationships/tags" Target="../tags/tag268.xml"/><Relationship Id="rId26" Type="http://schemas.openxmlformats.org/officeDocument/2006/relationships/image" Target="../media/image10.png"/><Relationship Id="rId3" Type="http://schemas.openxmlformats.org/officeDocument/2006/relationships/tags" Target="../tags/tag253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257.xml"/><Relationship Id="rId12" Type="http://schemas.openxmlformats.org/officeDocument/2006/relationships/tags" Target="../tags/tag262.xml"/><Relationship Id="rId17" Type="http://schemas.openxmlformats.org/officeDocument/2006/relationships/tags" Target="../tags/tag267.xml"/><Relationship Id="rId25" Type="http://schemas.openxmlformats.org/officeDocument/2006/relationships/image" Target="../media/image9.png"/><Relationship Id="rId2" Type="http://schemas.openxmlformats.org/officeDocument/2006/relationships/tags" Target="../tags/tag252.xml"/><Relationship Id="rId16" Type="http://schemas.openxmlformats.org/officeDocument/2006/relationships/tags" Target="../tags/tag266.xml"/><Relationship Id="rId20" Type="http://schemas.openxmlformats.org/officeDocument/2006/relationships/tags" Target="../tags/tag270.xml"/><Relationship Id="rId1" Type="http://schemas.openxmlformats.org/officeDocument/2006/relationships/tags" Target="../tags/tag251.xml"/><Relationship Id="rId6" Type="http://schemas.openxmlformats.org/officeDocument/2006/relationships/tags" Target="../tags/tag256.xml"/><Relationship Id="rId11" Type="http://schemas.openxmlformats.org/officeDocument/2006/relationships/tags" Target="../tags/tag261.xml"/><Relationship Id="rId24" Type="http://schemas.openxmlformats.org/officeDocument/2006/relationships/image" Target="../media/image8.png"/><Relationship Id="rId5" Type="http://schemas.openxmlformats.org/officeDocument/2006/relationships/tags" Target="../tags/tag255.xml"/><Relationship Id="rId15" Type="http://schemas.openxmlformats.org/officeDocument/2006/relationships/tags" Target="../tags/tag265.xml"/><Relationship Id="rId23" Type="http://schemas.openxmlformats.org/officeDocument/2006/relationships/image" Target="../media/image7.png"/><Relationship Id="rId10" Type="http://schemas.openxmlformats.org/officeDocument/2006/relationships/tags" Target="../tags/tag260.xml"/><Relationship Id="rId19" Type="http://schemas.openxmlformats.org/officeDocument/2006/relationships/tags" Target="../tags/tag269.xml"/><Relationship Id="rId4" Type="http://schemas.openxmlformats.org/officeDocument/2006/relationships/tags" Target="../tags/tag254.xml"/><Relationship Id="rId9" Type="http://schemas.openxmlformats.org/officeDocument/2006/relationships/tags" Target="../tags/tag259.xml"/><Relationship Id="rId14" Type="http://schemas.openxmlformats.org/officeDocument/2006/relationships/tags" Target="../tags/tag264.xml"/><Relationship Id="rId22" Type="http://schemas.openxmlformats.org/officeDocument/2006/relationships/notesSlide" Target="../notesSlides/notesSlide31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tags" Target="../tags/tag278.xml"/><Relationship Id="rId13" Type="http://schemas.openxmlformats.org/officeDocument/2006/relationships/tags" Target="../tags/tag283.xml"/><Relationship Id="rId18" Type="http://schemas.openxmlformats.org/officeDocument/2006/relationships/notesSlide" Target="../notesSlides/notesSlide32.xml"/><Relationship Id="rId3" Type="http://schemas.openxmlformats.org/officeDocument/2006/relationships/tags" Target="../tags/tag273.xml"/><Relationship Id="rId21" Type="http://schemas.openxmlformats.org/officeDocument/2006/relationships/image" Target="../media/image9.png"/><Relationship Id="rId7" Type="http://schemas.openxmlformats.org/officeDocument/2006/relationships/tags" Target="../tags/tag277.xml"/><Relationship Id="rId12" Type="http://schemas.openxmlformats.org/officeDocument/2006/relationships/tags" Target="../tags/tag282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272.xml"/><Relationship Id="rId16" Type="http://schemas.openxmlformats.org/officeDocument/2006/relationships/tags" Target="../tags/tag286.xml"/><Relationship Id="rId20" Type="http://schemas.openxmlformats.org/officeDocument/2006/relationships/image" Target="../media/image8.png"/><Relationship Id="rId1" Type="http://schemas.openxmlformats.org/officeDocument/2006/relationships/tags" Target="../tags/tag271.xml"/><Relationship Id="rId6" Type="http://schemas.openxmlformats.org/officeDocument/2006/relationships/tags" Target="../tags/tag276.xml"/><Relationship Id="rId11" Type="http://schemas.openxmlformats.org/officeDocument/2006/relationships/tags" Target="../tags/tag281.xml"/><Relationship Id="rId5" Type="http://schemas.openxmlformats.org/officeDocument/2006/relationships/tags" Target="../tags/tag275.xml"/><Relationship Id="rId15" Type="http://schemas.openxmlformats.org/officeDocument/2006/relationships/tags" Target="../tags/tag285.xml"/><Relationship Id="rId10" Type="http://schemas.openxmlformats.org/officeDocument/2006/relationships/tags" Target="../tags/tag280.xml"/><Relationship Id="rId19" Type="http://schemas.openxmlformats.org/officeDocument/2006/relationships/image" Target="../media/image7.png"/><Relationship Id="rId4" Type="http://schemas.openxmlformats.org/officeDocument/2006/relationships/tags" Target="../tags/tag274.xml"/><Relationship Id="rId9" Type="http://schemas.openxmlformats.org/officeDocument/2006/relationships/tags" Target="../tags/tag279.xml"/><Relationship Id="rId14" Type="http://schemas.openxmlformats.org/officeDocument/2006/relationships/tags" Target="../tags/tag284.xml"/><Relationship Id="rId22" Type="http://schemas.openxmlformats.org/officeDocument/2006/relationships/image" Target="../media/image10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tags" Target="../tags/tag294.xml"/><Relationship Id="rId13" Type="http://schemas.openxmlformats.org/officeDocument/2006/relationships/tags" Target="../tags/tag299.xml"/><Relationship Id="rId18" Type="http://schemas.openxmlformats.org/officeDocument/2006/relationships/notesSlide" Target="../notesSlides/notesSlide33.xml"/><Relationship Id="rId3" Type="http://schemas.openxmlformats.org/officeDocument/2006/relationships/tags" Target="../tags/tag289.xml"/><Relationship Id="rId21" Type="http://schemas.openxmlformats.org/officeDocument/2006/relationships/image" Target="../media/image9.png"/><Relationship Id="rId7" Type="http://schemas.openxmlformats.org/officeDocument/2006/relationships/tags" Target="../tags/tag293.xml"/><Relationship Id="rId12" Type="http://schemas.openxmlformats.org/officeDocument/2006/relationships/tags" Target="../tags/tag298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288.xml"/><Relationship Id="rId16" Type="http://schemas.openxmlformats.org/officeDocument/2006/relationships/tags" Target="../tags/tag302.xml"/><Relationship Id="rId20" Type="http://schemas.openxmlformats.org/officeDocument/2006/relationships/image" Target="../media/image8.png"/><Relationship Id="rId1" Type="http://schemas.openxmlformats.org/officeDocument/2006/relationships/tags" Target="../tags/tag287.xml"/><Relationship Id="rId6" Type="http://schemas.openxmlformats.org/officeDocument/2006/relationships/tags" Target="../tags/tag292.xml"/><Relationship Id="rId11" Type="http://schemas.openxmlformats.org/officeDocument/2006/relationships/tags" Target="../tags/tag297.xml"/><Relationship Id="rId5" Type="http://schemas.openxmlformats.org/officeDocument/2006/relationships/tags" Target="../tags/tag291.xml"/><Relationship Id="rId15" Type="http://schemas.openxmlformats.org/officeDocument/2006/relationships/tags" Target="../tags/tag301.xml"/><Relationship Id="rId10" Type="http://schemas.openxmlformats.org/officeDocument/2006/relationships/tags" Target="../tags/tag296.xml"/><Relationship Id="rId19" Type="http://schemas.openxmlformats.org/officeDocument/2006/relationships/image" Target="../media/image7.png"/><Relationship Id="rId4" Type="http://schemas.openxmlformats.org/officeDocument/2006/relationships/tags" Target="../tags/tag290.xml"/><Relationship Id="rId9" Type="http://schemas.openxmlformats.org/officeDocument/2006/relationships/tags" Target="../tags/tag295.xml"/><Relationship Id="rId14" Type="http://schemas.openxmlformats.org/officeDocument/2006/relationships/tags" Target="../tags/tag300.xml"/><Relationship Id="rId22" Type="http://schemas.openxmlformats.org/officeDocument/2006/relationships/image" Target="../media/image10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tags" Target="../tags/tag310.xml"/><Relationship Id="rId13" Type="http://schemas.openxmlformats.org/officeDocument/2006/relationships/tags" Target="../tags/tag315.xml"/><Relationship Id="rId18" Type="http://schemas.openxmlformats.org/officeDocument/2006/relationships/image" Target="../media/image7.png"/><Relationship Id="rId3" Type="http://schemas.openxmlformats.org/officeDocument/2006/relationships/tags" Target="../tags/tag305.xml"/><Relationship Id="rId7" Type="http://schemas.openxmlformats.org/officeDocument/2006/relationships/tags" Target="../tags/tag309.xml"/><Relationship Id="rId12" Type="http://schemas.openxmlformats.org/officeDocument/2006/relationships/tags" Target="../tags/tag314.xml"/><Relationship Id="rId17" Type="http://schemas.openxmlformats.org/officeDocument/2006/relationships/notesSlide" Target="../notesSlides/notesSlide34.xml"/><Relationship Id="rId2" Type="http://schemas.openxmlformats.org/officeDocument/2006/relationships/tags" Target="../tags/tag304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303.xml"/><Relationship Id="rId6" Type="http://schemas.openxmlformats.org/officeDocument/2006/relationships/tags" Target="../tags/tag308.xml"/><Relationship Id="rId11" Type="http://schemas.openxmlformats.org/officeDocument/2006/relationships/tags" Target="../tags/tag313.xml"/><Relationship Id="rId5" Type="http://schemas.openxmlformats.org/officeDocument/2006/relationships/tags" Target="../tags/tag307.xml"/><Relationship Id="rId15" Type="http://schemas.openxmlformats.org/officeDocument/2006/relationships/tags" Target="../tags/tag317.xml"/><Relationship Id="rId10" Type="http://schemas.openxmlformats.org/officeDocument/2006/relationships/tags" Target="../tags/tag312.xml"/><Relationship Id="rId19" Type="http://schemas.openxmlformats.org/officeDocument/2006/relationships/image" Target="../media/image8.png"/><Relationship Id="rId4" Type="http://schemas.openxmlformats.org/officeDocument/2006/relationships/tags" Target="../tags/tag306.xml"/><Relationship Id="rId9" Type="http://schemas.openxmlformats.org/officeDocument/2006/relationships/tags" Target="../tags/tag311.xml"/><Relationship Id="rId14" Type="http://schemas.openxmlformats.org/officeDocument/2006/relationships/tags" Target="../tags/tag316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tags" Target="../tags/tag325.xml"/><Relationship Id="rId13" Type="http://schemas.openxmlformats.org/officeDocument/2006/relationships/tags" Target="../tags/tag330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320.xml"/><Relationship Id="rId21" Type="http://schemas.openxmlformats.org/officeDocument/2006/relationships/image" Target="../media/image8.png"/><Relationship Id="rId7" Type="http://schemas.openxmlformats.org/officeDocument/2006/relationships/tags" Target="../tags/tag324.xml"/><Relationship Id="rId12" Type="http://schemas.openxmlformats.org/officeDocument/2006/relationships/tags" Target="../tags/tag329.xml"/><Relationship Id="rId17" Type="http://schemas.openxmlformats.org/officeDocument/2006/relationships/tags" Target="../tags/tag334.xml"/><Relationship Id="rId2" Type="http://schemas.openxmlformats.org/officeDocument/2006/relationships/tags" Target="../tags/tag319.xml"/><Relationship Id="rId16" Type="http://schemas.openxmlformats.org/officeDocument/2006/relationships/tags" Target="../tags/tag333.xml"/><Relationship Id="rId20" Type="http://schemas.openxmlformats.org/officeDocument/2006/relationships/image" Target="../media/image7.png"/><Relationship Id="rId1" Type="http://schemas.openxmlformats.org/officeDocument/2006/relationships/tags" Target="../tags/tag318.xml"/><Relationship Id="rId6" Type="http://schemas.openxmlformats.org/officeDocument/2006/relationships/tags" Target="../tags/tag323.xml"/><Relationship Id="rId11" Type="http://schemas.openxmlformats.org/officeDocument/2006/relationships/tags" Target="../tags/tag328.xml"/><Relationship Id="rId5" Type="http://schemas.openxmlformats.org/officeDocument/2006/relationships/tags" Target="../tags/tag322.xml"/><Relationship Id="rId15" Type="http://schemas.openxmlformats.org/officeDocument/2006/relationships/tags" Target="../tags/tag332.xml"/><Relationship Id="rId10" Type="http://schemas.openxmlformats.org/officeDocument/2006/relationships/tags" Target="../tags/tag327.xml"/><Relationship Id="rId19" Type="http://schemas.openxmlformats.org/officeDocument/2006/relationships/notesSlide" Target="../notesSlides/notesSlide35.xml"/><Relationship Id="rId4" Type="http://schemas.openxmlformats.org/officeDocument/2006/relationships/tags" Target="../tags/tag321.xml"/><Relationship Id="rId9" Type="http://schemas.openxmlformats.org/officeDocument/2006/relationships/tags" Target="../tags/tag326.xml"/><Relationship Id="rId14" Type="http://schemas.openxmlformats.org/officeDocument/2006/relationships/tags" Target="../tags/tag33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tags" Target="../tags/tag342.xml"/><Relationship Id="rId13" Type="http://schemas.openxmlformats.org/officeDocument/2006/relationships/tags" Target="../tags/tag347.xml"/><Relationship Id="rId18" Type="http://schemas.openxmlformats.org/officeDocument/2006/relationships/tags" Target="../tags/tag352.xml"/><Relationship Id="rId3" Type="http://schemas.openxmlformats.org/officeDocument/2006/relationships/tags" Target="../tags/tag337.xml"/><Relationship Id="rId21" Type="http://schemas.openxmlformats.org/officeDocument/2006/relationships/image" Target="../media/image7.png"/><Relationship Id="rId7" Type="http://schemas.openxmlformats.org/officeDocument/2006/relationships/tags" Target="../tags/tag341.xml"/><Relationship Id="rId12" Type="http://schemas.openxmlformats.org/officeDocument/2006/relationships/tags" Target="../tags/tag346.xml"/><Relationship Id="rId17" Type="http://schemas.openxmlformats.org/officeDocument/2006/relationships/tags" Target="../tags/tag351.xml"/><Relationship Id="rId2" Type="http://schemas.openxmlformats.org/officeDocument/2006/relationships/tags" Target="../tags/tag336.xml"/><Relationship Id="rId16" Type="http://schemas.openxmlformats.org/officeDocument/2006/relationships/tags" Target="../tags/tag350.xml"/><Relationship Id="rId20" Type="http://schemas.openxmlformats.org/officeDocument/2006/relationships/notesSlide" Target="../notesSlides/notesSlide36.xml"/><Relationship Id="rId1" Type="http://schemas.openxmlformats.org/officeDocument/2006/relationships/tags" Target="../tags/tag335.xml"/><Relationship Id="rId6" Type="http://schemas.openxmlformats.org/officeDocument/2006/relationships/tags" Target="../tags/tag340.xml"/><Relationship Id="rId11" Type="http://schemas.openxmlformats.org/officeDocument/2006/relationships/tags" Target="../tags/tag345.xml"/><Relationship Id="rId5" Type="http://schemas.openxmlformats.org/officeDocument/2006/relationships/tags" Target="../tags/tag339.xml"/><Relationship Id="rId15" Type="http://schemas.openxmlformats.org/officeDocument/2006/relationships/tags" Target="../tags/tag349.xml"/><Relationship Id="rId10" Type="http://schemas.openxmlformats.org/officeDocument/2006/relationships/tags" Target="../tags/tag344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338.xml"/><Relationship Id="rId9" Type="http://schemas.openxmlformats.org/officeDocument/2006/relationships/tags" Target="../tags/tag343.xml"/><Relationship Id="rId14" Type="http://schemas.openxmlformats.org/officeDocument/2006/relationships/tags" Target="../tags/tag348.xml"/><Relationship Id="rId22" Type="http://schemas.openxmlformats.org/officeDocument/2006/relationships/image" Target="../media/image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tags" Target="../tags/tag360.xml"/><Relationship Id="rId13" Type="http://schemas.openxmlformats.org/officeDocument/2006/relationships/tags" Target="../tags/tag365.xml"/><Relationship Id="rId18" Type="http://schemas.openxmlformats.org/officeDocument/2006/relationships/tags" Target="../tags/tag370.xml"/><Relationship Id="rId3" Type="http://schemas.openxmlformats.org/officeDocument/2006/relationships/tags" Target="../tags/tag355.xml"/><Relationship Id="rId21" Type="http://schemas.openxmlformats.org/officeDocument/2006/relationships/notesSlide" Target="../notesSlides/notesSlide37.xml"/><Relationship Id="rId7" Type="http://schemas.openxmlformats.org/officeDocument/2006/relationships/tags" Target="../tags/tag359.xml"/><Relationship Id="rId12" Type="http://schemas.openxmlformats.org/officeDocument/2006/relationships/tags" Target="../tags/tag364.xml"/><Relationship Id="rId17" Type="http://schemas.openxmlformats.org/officeDocument/2006/relationships/tags" Target="../tags/tag369.xml"/><Relationship Id="rId2" Type="http://schemas.openxmlformats.org/officeDocument/2006/relationships/tags" Target="../tags/tag354.xml"/><Relationship Id="rId16" Type="http://schemas.openxmlformats.org/officeDocument/2006/relationships/tags" Target="../tags/tag368.xml"/><Relationship Id="rId20" Type="http://schemas.openxmlformats.org/officeDocument/2006/relationships/slideLayout" Target="../slideLayouts/slideLayout2.xml"/><Relationship Id="rId1" Type="http://schemas.openxmlformats.org/officeDocument/2006/relationships/tags" Target="../tags/tag353.xml"/><Relationship Id="rId6" Type="http://schemas.openxmlformats.org/officeDocument/2006/relationships/tags" Target="../tags/tag358.xml"/><Relationship Id="rId11" Type="http://schemas.openxmlformats.org/officeDocument/2006/relationships/tags" Target="../tags/tag363.xml"/><Relationship Id="rId5" Type="http://schemas.openxmlformats.org/officeDocument/2006/relationships/tags" Target="../tags/tag357.xml"/><Relationship Id="rId15" Type="http://schemas.openxmlformats.org/officeDocument/2006/relationships/tags" Target="../tags/tag367.xml"/><Relationship Id="rId23" Type="http://schemas.openxmlformats.org/officeDocument/2006/relationships/image" Target="../media/image8.png"/><Relationship Id="rId10" Type="http://schemas.openxmlformats.org/officeDocument/2006/relationships/tags" Target="../tags/tag362.xml"/><Relationship Id="rId19" Type="http://schemas.openxmlformats.org/officeDocument/2006/relationships/tags" Target="../tags/tag371.xml"/><Relationship Id="rId4" Type="http://schemas.openxmlformats.org/officeDocument/2006/relationships/tags" Target="../tags/tag356.xml"/><Relationship Id="rId9" Type="http://schemas.openxmlformats.org/officeDocument/2006/relationships/tags" Target="../tags/tag361.xml"/><Relationship Id="rId14" Type="http://schemas.openxmlformats.org/officeDocument/2006/relationships/tags" Target="../tags/tag366.xml"/><Relationship Id="rId22" Type="http://schemas.openxmlformats.org/officeDocument/2006/relationships/image" Target="../media/image7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tags" Target="../tags/tag379.xml"/><Relationship Id="rId13" Type="http://schemas.openxmlformats.org/officeDocument/2006/relationships/tags" Target="../tags/tag384.xml"/><Relationship Id="rId18" Type="http://schemas.openxmlformats.org/officeDocument/2006/relationships/tags" Target="../tags/tag389.xml"/><Relationship Id="rId3" Type="http://schemas.openxmlformats.org/officeDocument/2006/relationships/tags" Target="../tags/tag37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378.xml"/><Relationship Id="rId12" Type="http://schemas.openxmlformats.org/officeDocument/2006/relationships/tags" Target="../tags/tag383.xml"/><Relationship Id="rId17" Type="http://schemas.openxmlformats.org/officeDocument/2006/relationships/tags" Target="../tags/tag388.xml"/><Relationship Id="rId2" Type="http://schemas.openxmlformats.org/officeDocument/2006/relationships/tags" Target="../tags/tag373.xml"/><Relationship Id="rId16" Type="http://schemas.openxmlformats.org/officeDocument/2006/relationships/tags" Target="../tags/tag387.xml"/><Relationship Id="rId20" Type="http://schemas.openxmlformats.org/officeDocument/2006/relationships/tags" Target="../tags/tag391.xml"/><Relationship Id="rId1" Type="http://schemas.openxmlformats.org/officeDocument/2006/relationships/tags" Target="../tags/tag372.xml"/><Relationship Id="rId6" Type="http://schemas.openxmlformats.org/officeDocument/2006/relationships/tags" Target="../tags/tag377.xml"/><Relationship Id="rId11" Type="http://schemas.openxmlformats.org/officeDocument/2006/relationships/tags" Target="../tags/tag382.xml"/><Relationship Id="rId24" Type="http://schemas.openxmlformats.org/officeDocument/2006/relationships/image" Target="../media/image8.png"/><Relationship Id="rId5" Type="http://schemas.openxmlformats.org/officeDocument/2006/relationships/tags" Target="../tags/tag376.xml"/><Relationship Id="rId15" Type="http://schemas.openxmlformats.org/officeDocument/2006/relationships/tags" Target="../tags/tag386.xml"/><Relationship Id="rId23" Type="http://schemas.openxmlformats.org/officeDocument/2006/relationships/image" Target="../media/image7.png"/><Relationship Id="rId10" Type="http://schemas.openxmlformats.org/officeDocument/2006/relationships/tags" Target="../tags/tag381.xml"/><Relationship Id="rId19" Type="http://schemas.openxmlformats.org/officeDocument/2006/relationships/tags" Target="../tags/tag390.xml"/><Relationship Id="rId4" Type="http://schemas.openxmlformats.org/officeDocument/2006/relationships/tags" Target="../tags/tag375.xml"/><Relationship Id="rId9" Type="http://schemas.openxmlformats.org/officeDocument/2006/relationships/tags" Target="../tags/tag380.xml"/><Relationship Id="rId14" Type="http://schemas.openxmlformats.org/officeDocument/2006/relationships/tags" Target="../tags/tag385.xml"/><Relationship Id="rId22" Type="http://schemas.openxmlformats.org/officeDocument/2006/relationships/notesSlide" Target="../notesSlides/notesSlide3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tags" Target="../tags/tag399.xml"/><Relationship Id="rId13" Type="http://schemas.openxmlformats.org/officeDocument/2006/relationships/tags" Target="../tags/tag404.xml"/><Relationship Id="rId18" Type="http://schemas.openxmlformats.org/officeDocument/2006/relationships/tags" Target="../tags/tag409.xml"/><Relationship Id="rId3" Type="http://schemas.openxmlformats.org/officeDocument/2006/relationships/tags" Target="../tags/tag39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398.xml"/><Relationship Id="rId12" Type="http://schemas.openxmlformats.org/officeDocument/2006/relationships/tags" Target="../tags/tag403.xml"/><Relationship Id="rId17" Type="http://schemas.openxmlformats.org/officeDocument/2006/relationships/tags" Target="../tags/tag408.xml"/><Relationship Id="rId2" Type="http://schemas.openxmlformats.org/officeDocument/2006/relationships/tags" Target="../tags/tag393.xml"/><Relationship Id="rId16" Type="http://schemas.openxmlformats.org/officeDocument/2006/relationships/tags" Target="../tags/tag407.xml"/><Relationship Id="rId20" Type="http://schemas.openxmlformats.org/officeDocument/2006/relationships/tags" Target="../tags/tag411.xml"/><Relationship Id="rId1" Type="http://schemas.openxmlformats.org/officeDocument/2006/relationships/tags" Target="../tags/tag392.xml"/><Relationship Id="rId6" Type="http://schemas.openxmlformats.org/officeDocument/2006/relationships/tags" Target="../tags/tag397.xml"/><Relationship Id="rId11" Type="http://schemas.openxmlformats.org/officeDocument/2006/relationships/tags" Target="../tags/tag402.xml"/><Relationship Id="rId24" Type="http://schemas.openxmlformats.org/officeDocument/2006/relationships/image" Target="../media/image8.png"/><Relationship Id="rId5" Type="http://schemas.openxmlformats.org/officeDocument/2006/relationships/tags" Target="../tags/tag396.xml"/><Relationship Id="rId15" Type="http://schemas.openxmlformats.org/officeDocument/2006/relationships/tags" Target="../tags/tag406.xml"/><Relationship Id="rId23" Type="http://schemas.openxmlformats.org/officeDocument/2006/relationships/image" Target="../media/image7.png"/><Relationship Id="rId10" Type="http://schemas.openxmlformats.org/officeDocument/2006/relationships/tags" Target="../tags/tag401.xml"/><Relationship Id="rId19" Type="http://schemas.openxmlformats.org/officeDocument/2006/relationships/tags" Target="../tags/tag410.xml"/><Relationship Id="rId4" Type="http://schemas.openxmlformats.org/officeDocument/2006/relationships/tags" Target="../tags/tag395.xml"/><Relationship Id="rId9" Type="http://schemas.openxmlformats.org/officeDocument/2006/relationships/tags" Target="../tags/tag400.xml"/><Relationship Id="rId14" Type="http://schemas.openxmlformats.org/officeDocument/2006/relationships/tags" Target="../tags/tag405.xml"/><Relationship Id="rId22" Type="http://schemas.openxmlformats.org/officeDocument/2006/relationships/notesSlide" Target="../notesSlides/notesSlide39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tags" Target="../tags/tag419.xml"/><Relationship Id="rId13" Type="http://schemas.openxmlformats.org/officeDocument/2006/relationships/tags" Target="../tags/tag424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414.xml"/><Relationship Id="rId21" Type="http://schemas.openxmlformats.org/officeDocument/2006/relationships/image" Target="../media/image8.png"/><Relationship Id="rId7" Type="http://schemas.openxmlformats.org/officeDocument/2006/relationships/tags" Target="../tags/tag418.xml"/><Relationship Id="rId12" Type="http://schemas.openxmlformats.org/officeDocument/2006/relationships/tags" Target="../tags/tag423.xml"/><Relationship Id="rId17" Type="http://schemas.openxmlformats.org/officeDocument/2006/relationships/tags" Target="../tags/tag428.xml"/><Relationship Id="rId2" Type="http://schemas.openxmlformats.org/officeDocument/2006/relationships/tags" Target="../tags/tag413.xml"/><Relationship Id="rId16" Type="http://schemas.openxmlformats.org/officeDocument/2006/relationships/tags" Target="../tags/tag427.xml"/><Relationship Id="rId20" Type="http://schemas.openxmlformats.org/officeDocument/2006/relationships/image" Target="../media/image7.png"/><Relationship Id="rId1" Type="http://schemas.openxmlformats.org/officeDocument/2006/relationships/tags" Target="../tags/tag412.xml"/><Relationship Id="rId6" Type="http://schemas.openxmlformats.org/officeDocument/2006/relationships/tags" Target="../tags/tag417.xml"/><Relationship Id="rId11" Type="http://schemas.openxmlformats.org/officeDocument/2006/relationships/tags" Target="../tags/tag422.xml"/><Relationship Id="rId5" Type="http://schemas.openxmlformats.org/officeDocument/2006/relationships/tags" Target="../tags/tag416.xml"/><Relationship Id="rId15" Type="http://schemas.openxmlformats.org/officeDocument/2006/relationships/tags" Target="../tags/tag426.xml"/><Relationship Id="rId10" Type="http://schemas.openxmlformats.org/officeDocument/2006/relationships/tags" Target="../tags/tag421.xml"/><Relationship Id="rId19" Type="http://schemas.openxmlformats.org/officeDocument/2006/relationships/notesSlide" Target="../notesSlides/notesSlide40.xml"/><Relationship Id="rId4" Type="http://schemas.openxmlformats.org/officeDocument/2006/relationships/tags" Target="../tags/tag415.xml"/><Relationship Id="rId9" Type="http://schemas.openxmlformats.org/officeDocument/2006/relationships/tags" Target="../tags/tag420.xml"/><Relationship Id="rId14" Type="http://schemas.openxmlformats.org/officeDocument/2006/relationships/tags" Target="../tags/tag425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436.xml"/><Relationship Id="rId13" Type="http://schemas.openxmlformats.org/officeDocument/2006/relationships/tags" Target="../tags/tag441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431.xml"/><Relationship Id="rId21" Type="http://schemas.openxmlformats.org/officeDocument/2006/relationships/image" Target="../media/image8.png"/><Relationship Id="rId7" Type="http://schemas.openxmlformats.org/officeDocument/2006/relationships/tags" Target="../tags/tag435.xml"/><Relationship Id="rId12" Type="http://schemas.openxmlformats.org/officeDocument/2006/relationships/tags" Target="../tags/tag440.xml"/><Relationship Id="rId17" Type="http://schemas.openxmlformats.org/officeDocument/2006/relationships/tags" Target="../tags/tag445.xml"/><Relationship Id="rId2" Type="http://schemas.openxmlformats.org/officeDocument/2006/relationships/tags" Target="../tags/tag430.xml"/><Relationship Id="rId16" Type="http://schemas.openxmlformats.org/officeDocument/2006/relationships/tags" Target="../tags/tag444.xml"/><Relationship Id="rId20" Type="http://schemas.openxmlformats.org/officeDocument/2006/relationships/image" Target="../media/image7.png"/><Relationship Id="rId1" Type="http://schemas.openxmlformats.org/officeDocument/2006/relationships/tags" Target="../tags/tag429.xml"/><Relationship Id="rId6" Type="http://schemas.openxmlformats.org/officeDocument/2006/relationships/tags" Target="../tags/tag434.xml"/><Relationship Id="rId11" Type="http://schemas.openxmlformats.org/officeDocument/2006/relationships/tags" Target="../tags/tag439.xml"/><Relationship Id="rId5" Type="http://schemas.openxmlformats.org/officeDocument/2006/relationships/tags" Target="../tags/tag433.xml"/><Relationship Id="rId15" Type="http://schemas.openxmlformats.org/officeDocument/2006/relationships/tags" Target="../tags/tag443.xml"/><Relationship Id="rId10" Type="http://schemas.openxmlformats.org/officeDocument/2006/relationships/tags" Target="../tags/tag438.xml"/><Relationship Id="rId19" Type="http://schemas.openxmlformats.org/officeDocument/2006/relationships/notesSlide" Target="../notesSlides/notesSlide41.xml"/><Relationship Id="rId4" Type="http://schemas.openxmlformats.org/officeDocument/2006/relationships/tags" Target="../tags/tag432.xml"/><Relationship Id="rId9" Type="http://schemas.openxmlformats.org/officeDocument/2006/relationships/tags" Target="../tags/tag437.xml"/><Relationship Id="rId14" Type="http://schemas.openxmlformats.org/officeDocument/2006/relationships/tags" Target="../tags/tag44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453.xml"/><Relationship Id="rId13" Type="http://schemas.openxmlformats.org/officeDocument/2006/relationships/tags" Target="../tags/tag458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448.xml"/><Relationship Id="rId21" Type="http://schemas.openxmlformats.org/officeDocument/2006/relationships/image" Target="../media/image8.png"/><Relationship Id="rId7" Type="http://schemas.openxmlformats.org/officeDocument/2006/relationships/tags" Target="../tags/tag452.xml"/><Relationship Id="rId12" Type="http://schemas.openxmlformats.org/officeDocument/2006/relationships/tags" Target="../tags/tag457.xml"/><Relationship Id="rId17" Type="http://schemas.openxmlformats.org/officeDocument/2006/relationships/tags" Target="../tags/tag462.xml"/><Relationship Id="rId2" Type="http://schemas.openxmlformats.org/officeDocument/2006/relationships/tags" Target="../tags/tag447.xml"/><Relationship Id="rId16" Type="http://schemas.openxmlformats.org/officeDocument/2006/relationships/tags" Target="../tags/tag461.xml"/><Relationship Id="rId20" Type="http://schemas.openxmlformats.org/officeDocument/2006/relationships/image" Target="../media/image7.png"/><Relationship Id="rId1" Type="http://schemas.openxmlformats.org/officeDocument/2006/relationships/tags" Target="../tags/tag446.xml"/><Relationship Id="rId6" Type="http://schemas.openxmlformats.org/officeDocument/2006/relationships/tags" Target="../tags/tag451.xml"/><Relationship Id="rId11" Type="http://schemas.openxmlformats.org/officeDocument/2006/relationships/tags" Target="../tags/tag456.xml"/><Relationship Id="rId5" Type="http://schemas.openxmlformats.org/officeDocument/2006/relationships/tags" Target="../tags/tag450.xml"/><Relationship Id="rId15" Type="http://schemas.openxmlformats.org/officeDocument/2006/relationships/tags" Target="../tags/tag460.xml"/><Relationship Id="rId10" Type="http://schemas.openxmlformats.org/officeDocument/2006/relationships/tags" Target="../tags/tag455.xml"/><Relationship Id="rId19" Type="http://schemas.openxmlformats.org/officeDocument/2006/relationships/notesSlide" Target="../notesSlides/notesSlide42.xml"/><Relationship Id="rId4" Type="http://schemas.openxmlformats.org/officeDocument/2006/relationships/tags" Target="../tags/tag449.xml"/><Relationship Id="rId9" Type="http://schemas.openxmlformats.org/officeDocument/2006/relationships/tags" Target="../tags/tag454.xml"/><Relationship Id="rId14" Type="http://schemas.openxmlformats.org/officeDocument/2006/relationships/tags" Target="../tags/tag459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470.xml"/><Relationship Id="rId13" Type="http://schemas.openxmlformats.org/officeDocument/2006/relationships/tags" Target="../tags/tag475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465.xml"/><Relationship Id="rId21" Type="http://schemas.openxmlformats.org/officeDocument/2006/relationships/image" Target="../media/image8.png"/><Relationship Id="rId7" Type="http://schemas.openxmlformats.org/officeDocument/2006/relationships/tags" Target="../tags/tag469.xml"/><Relationship Id="rId12" Type="http://schemas.openxmlformats.org/officeDocument/2006/relationships/tags" Target="../tags/tag474.xml"/><Relationship Id="rId17" Type="http://schemas.openxmlformats.org/officeDocument/2006/relationships/tags" Target="../tags/tag479.xml"/><Relationship Id="rId2" Type="http://schemas.openxmlformats.org/officeDocument/2006/relationships/tags" Target="../tags/tag464.xml"/><Relationship Id="rId16" Type="http://schemas.openxmlformats.org/officeDocument/2006/relationships/tags" Target="../tags/tag478.xml"/><Relationship Id="rId20" Type="http://schemas.openxmlformats.org/officeDocument/2006/relationships/image" Target="../media/image7.png"/><Relationship Id="rId1" Type="http://schemas.openxmlformats.org/officeDocument/2006/relationships/tags" Target="../tags/tag463.xml"/><Relationship Id="rId6" Type="http://schemas.openxmlformats.org/officeDocument/2006/relationships/tags" Target="../tags/tag468.xml"/><Relationship Id="rId11" Type="http://schemas.openxmlformats.org/officeDocument/2006/relationships/tags" Target="../tags/tag473.xml"/><Relationship Id="rId5" Type="http://schemas.openxmlformats.org/officeDocument/2006/relationships/tags" Target="../tags/tag467.xml"/><Relationship Id="rId15" Type="http://schemas.openxmlformats.org/officeDocument/2006/relationships/tags" Target="../tags/tag477.xml"/><Relationship Id="rId10" Type="http://schemas.openxmlformats.org/officeDocument/2006/relationships/tags" Target="../tags/tag472.xml"/><Relationship Id="rId19" Type="http://schemas.openxmlformats.org/officeDocument/2006/relationships/notesSlide" Target="../notesSlides/notesSlide43.xml"/><Relationship Id="rId4" Type="http://schemas.openxmlformats.org/officeDocument/2006/relationships/tags" Target="../tags/tag466.xml"/><Relationship Id="rId9" Type="http://schemas.openxmlformats.org/officeDocument/2006/relationships/tags" Target="../tags/tag471.xml"/><Relationship Id="rId14" Type="http://schemas.openxmlformats.org/officeDocument/2006/relationships/tags" Target="../tags/tag476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487.xml"/><Relationship Id="rId13" Type="http://schemas.openxmlformats.org/officeDocument/2006/relationships/tags" Target="../tags/tag492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482.xml"/><Relationship Id="rId21" Type="http://schemas.openxmlformats.org/officeDocument/2006/relationships/image" Target="../media/image8.png"/><Relationship Id="rId7" Type="http://schemas.openxmlformats.org/officeDocument/2006/relationships/tags" Target="../tags/tag486.xml"/><Relationship Id="rId12" Type="http://schemas.openxmlformats.org/officeDocument/2006/relationships/tags" Target="../tags/tag491.xml"/><Relationship Id="rId17" Type="http://schemas.openxmlformats.org/officeDocument/2006/relationships/tags" Target="../tags/tag496.xml"/><Relationship Id="rId2" Type="http://schemas.openxmlformats.org/officeDocument/2006/relationships/tags" Target="../tags/tag481.xml"/><Relationship Id="rId16" Type="http://schemas.openxmlformats.org/officeDocument/2006/relationships/tags" Target="../tags/tag495.xml"/><Relationship Id="rId20" Type="http://schemas.openxmlformats.org/officeDocument/2006/relationships/image" Target="../media/image7.png"/><Relationship Id="rId1" Type="http://schemas.openxmlformats.org/officeDocument/2006/relationships/tags" Target="../tags/tag480.xml"/><Relationship Id="rId6" Type="http://schemas.openxmlformats.org/officeDocument/2006/relationships/tags" Target="../tags/tag485.xml"/><Relationship Id="rId11" Type="http://schemas.openxmlformats.org/officeDocument/2006/relationships/tags" Target="../tags/tag490.xml"/><Relationship Id="rId5" Type="http://schemas.openxmlformats.org/officeDocument/2006/relationships/tags" Target="../tags/tag484.xml"/><Relationship Id="rId15" Type="http://schemas.openxmlformats.org/officeDocument/2006/relationships/tags" Target="../tags/tag494.xml"/><Relationship Id="rId10" Type="http://schemas.openxmlformats.org/officeDocument/2006/relationships/tags" Target="../tags/tag489.xml"/><Relationship Id="rId19" Type="http://schemas.openxmlformats.org/officeDocument/2006/relationships/notesSlide" Target="../notesSlides/notesSlide44.xml"/><Relationship Id="rId4" Type="http://schemas.openxmlformats.org/officeDocument/2006/relationships/tags" Target="../tags/tag483.xml"/><Relationship Id="rId9" Type="http://schemas.openxmlformats.org/officeDocument/2006/relationships/tags" Target="../tags/tag488.xml"/><Relationship Id="rId14" Type="http://schemas.openxmlformats.org/officeDocument/2006/relationships/tags" Target="../tags/tag49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tags" Target="../tags/tag499.xml"/><Relationship Id="rId7" Type="http://schemas.openxmlformats.org/officeDocument/2006/relationships/notesSlide" Target="../notesSlides/notesSlide45.xml"/><Relationship Id="rId2" Type="http://schemas.openxmlformats.org/officeDocument/2006/relationships/tags" Target="../tags/tag498.xml"/><Relationship Id="rId1" Type="http://schemas.openxmlformats.org/officeDocument/2006/relationships/tags" Target="../tags/tag497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501.xml"/><Relationship Id="rId4" Type="http://schemas.openxmlformats.org/officeDocument/2006/relationships/tags" Target="../tags/tag500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46.xml"/><Relationship Id="rId3" Type="http://schemas.openxmlformats.org/officeDocument/2006/relationships/tags" Target="../tags/tag504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503.xml"/><Relationship Id="rId1" Type="http://schemas.openxmlformats.org/officeDocument/2006/relationships/tags" Target="../tags/tag502.xml"/><Relationship Id="rId6" Type="http://schemas.openxmlformats.org/officeDocument/2006/relationships/tags" Target="../tags/tag507.xml"/><Relationship Id="rId5" Type="http://schemas.openxmlformats.org/officeDocument/2006/relationships/tags" Target="../tags/tag506.xml"/><Relationship Id="rId4" Type="http://schemas.openxmlformats.org/officeDocument/2006/relationships/tags" Target="../tags/tag50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tags" Target="../tags/tag515.xml"/><Relationship Id="rId3" Type="http://schemas.openxmlformats.org/officeDocument/2006/relationships/tags" Target="../tags/tag510.xml"/><Relationship Id="rId7" Type="http://schemas.openxmlformats.org/officeDocument/2006/relationships/tags" Target="../tags/tag514.xml"/><Relationship Id="rId2" Type="http://schemas.openxmlformats.org/officeDocument/2006/relationships/tags" Target="../tags/tag509.xml"/><Relationship Id="rId1" Type="http://schemas.openxmlformats.org/officeDocument/2006/relationships/tags" Target="../tags/tag508.xml"/><Relationship Id="rId6" Type="http://schemas.openxmlformats.org/officeDocument/2006/relationships/tags" Target="../tags/tag513.xml"/><Relationship Id="rId5" Type="http://schemas.openxmlformats.org/officeDocument/2006/relationships/tags" Target="../tags/tag512.xml"/><Relationship Id="rId10" Type="http://schemas.openxmlformats.org/officeDocument/2006/relationships/notesSlide" Target="../notesSlides/notesSlide47.xml"/><Relationship Id="rId4" Type="http://schemas.openxmlformats.org/officeDocument/2006/relationships/tags" Target="../tags/tag511.xml"/><Relationship Id="rId9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tags" Target="../tags/tag523.xml"/><Relationship Id="rId3" Type="http://schemas.openxmlformats.org/officeDocument/2006/relationships/tags" Target="../tags/tag518.xml"/><Relationship Id="rId7" Type="http://schemas.openxmlformats.org/officeDocument/2006/relationships/tags" Target="../tags/tag522.xml"/><Relationship Id="rId2" Type="http://schemas.openxmlformats.org/officeDocument/2006/relationships/tags" Target="../tags/tag517.xml"/><Relationship Id="rId1" Type="http://schemas.openxmlformats.org/officeDocument/2006/relationships/tags" Target="../tags/tag516.xml"/><Relationship Id="rId6" Type="http://schemas.openxmlformats.org/officeDocument/2006/relationships/tags" Target="../tags/tag521.xml"/><Relationship Id="rId11" Type="http://schemas.openxmlformats.org/officeDocument/2006/relationships/notesSlide" Target="../notesSlides/notesSlide48.xml"/><Relationship Id="rId5" Type="http://schemas.openxmlformats.org/officeDocument/2006/relationships/tags" Target="../tags/tag52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519.xml"/><Relationship Id="rId9" Type="http://schemas.openxmlformats.org/officeDocument/2006/relationships/tags" Target="../tags/tag524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tags" Target="../tags/tag532.xml"/><Relationship Id="rId3" Type="http://schemas.openxmlformats.org/officeDocument/2006/relationships/tags" Target="../tags/tag527.xml"/><Relationship Id="rId7" Type="http://schemas.openxmlformats.org/officeDocument/2006/relationships/tags" Target="../tags/tag531.xml"/><Relationship Id="rId12" Type="http://schemas.openxmlformats.org/officeDocument/2006/relationships/notesSlide" Target="../notesSlides/notesSlide49.xml"/><Relationship Id="rId2" Type="http://schemas.openxmlformats.org/officeDocument/2006/relationships/tags" Target="../tags/tag526.xml"/><Relationship Id="rId1" Type="http://schemas.openxmlformats.org/officeDocument/2006/relationships/tags" Target="../tags/tag525.xml"/><Relationship Id="rId6" Type="http://schemas.openxmlformats.org/officeDocument/2006/relationships/tags" Target="../tags/tag530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529.xml"/><Relationship Id="rId10" Type="http://schemas.openxmlformats.org/officeDocument/2006/relationships/tags" Target="../tags/tag534.xml"/><Relationship Id="rId4" Type="http://schemas.openxmlformats.org/officeDocument/2006/relationships/tags" Target="../tags/tag528.xml"/><Relationship Id="rId9" Type="http://schemas.openxmlformats.org/officeDocument/2006/relationships/tags" Target="../tags/tag533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tags" Target="../tags/tag542.xml"/><Relationship Id="rId3" Type="http://schemas.openxmlformats.org/officeDocument/2006/relationships/tags" Target="../tags/tag537.xml"/><Relationship Id="rId7" Type="http://schemas.openxmlformats.org/officeDocument/2006/relationships/tags" Target="../tags/tag541.xml"/><Relationship Id="rId12" Type="http://schemas.openxmlformats.org/officeDocument/2006/relationships/notesSlide" Target="../notesSlides/notesSlide50.xml"/><Relationship Id="rId2" Type="http://schemas.openxmlformats.org/officeDocument/2006/relationships/tags" Target="../tags/tag536.xml"/><Relationship Id="rId1" Type="http://schemas.openxmlformats.org/officeDocument/2006/relationships/tags" Target="../tags/tag535.xml"/><Relationship Id="rId6" Type="http://schemas.openxmlformats.org/officeDocument/2006/relationships/tags" Target="../tags/tag540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539.xml"/><Relationship Id="rId10" Type="http://schemas.openxmlformats.org/officeDocument/2006/relationships/tags" Target="../tags/tag544.xml"/><Relationship Id="rId4" Type="http://schemas.openxmlformats.org/officeDocument/2006/relationships/tags" Target="../tags/tag538.xml"/><Relationship Id="rId9" Type="http://schemas.openxmlformats.org/officeDocument/2006/relationships/tags" Target="../tags/tag543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tags" Target="../tags/tag552.xml"/><Relationship Id="rId13" Type="http://schemas.openxmlformats.org/officeDocument/2006/relationships/notesSlide" Target="../notesSlides/notesSlide51.xml"/><Relationship Id="rId3" Type="http://schemas.openxmlformats.org/officeDocument/2006/relationships/tags" Target="../tags/tag547.xml"/><Relationship Id="rId7" Type="http://schemas.openxmlformats.org/officeDocument/2006/relationships/tags" Target="../tags/tag551.xml"/><Relationship Id="rId12" Type="http://schemas.openxmlformats.org/officeDocument/2006/relationships/slideLayout" Target="../slideLayouts/slideLayout2.xml"/><Relationship Id="rId2" Type="http://schemas.openxmlformats.org/officeDocument/2006/relationships/tags" Target="../tags/tag546.xml"/><Relationship Id="rId1" Type="http://schemas.openxmlformats.org/officeDocument/2006/relationships/tags" Target="../tags/tag545.xml"/><Relationship Id="rId6" Type="http://schemas.openxmlformats.org/officeDocument/2006/relationships/tags" Target="../tags/tag550.xml"/><Relationship Id="rId11" Type="http://schemas.openxmlformats.org/officeDocument/2006/relationships/tags" Target="../tags/tag555.xml"/><Relationship Id="rId5" Type="http://schemas.openxmlformats.org/officeDocument/2006/relationships/tags" Target="../tags/tag549.xml"/><Relationship Id="rId10" Type="http://schemas.openxmlformats.org/officeDocument/2006/relationships/tags" Target="../tags/tag554.xml"/><Relationship Id="rId4" Type="http://schemas.openxmlformats.org/officeDocument/2006/relationships/tags" Target="../tags/tag548.xml"/><Relationship Id="rId9" Type="http://schemas.openxmlformats.org/officeDocument/2006/relationships/tags" Target="../tags/tag553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563.xml"/><Relationship Id="rId13" Type="http://schemas.openxmlformats.org/officeDocument/2006/relationships/slideLayout" Target="../slideLayouts/slideLayout2.xml"/><Relationship Id="rId3" Type="http://schemas.openxmlformats.org/officeDocument/2006/relationships/tags" Target="../tags/tag558.xml"/><Relationship Id="rId7" Type="http://schemas.openxmlformats.org/officeDocument/2006/relationships/tags" Target="../tags/tag562.xml"/><Relationship Id="rId12" Type="http://schemas.openxmlformats.org/officeDocument/2006/relationships/tags" Target="../tags/tag567.xml"/><Relationship Id="rId2" Type="http://schemas.openxmlformats.org/officeDocument/2006/relationships/tags" Target="../tags/tag557.xml"/><Relationship Id="rId1" Type="http://schemas.openxmlformats.org/officeDocument/2006/relationships/tags" Target="../tags/tag556.xml"/><Relationship Id="rId6" Type="http://schemas.openxmlformats.org/officeDocument/2006/relationships/tags" Target="../tags/tag561.xml"/><Relationship Id="rId11" Type="http://schemas.openxmlformats.org/officeDocument/2006/relationships/tags" Target="../tags/tag566.xml"/><Relationship Id="rId5" Type="http://schemas.openxmlformats.org/officeDocument/2006/relationships/tags" Target="../tags/tag560.xml"/><Relationship Id="rId10" Type="http://schemas.openxmlformats.org/officeDocument/2006/relationships/tags" Target="../tags/tag565.xml"/><Relationship Id="rId4" Type="http://schemas.openxmlformats.org/officeDocument/2006/relationships/tags" Target="../tags/tag559.xml"/><Relationship Id="rId9" Type="http://schemas.openxmlformats.org/officeDocument/2006/relationships/tags" Target="../tags/tag564.xml"/><Relationship Id="rId14" Type="http://schemas.openxmlformats.org/officeDocument/2006/relationships/notesSlide" Target="../notesSlides/notesSlide52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575.xml"/><Relationship Id="rId3" Type="http://schemas.openxmlformats.org/officeDocument/2006/relationships/tags" Target="../tags/tag570.xml"/><Relationship Id="rId7" Type="http://schemas.openxmlformats.org/officeDocument/2006/relationships/tags" Target="../tags/tag574.xml"/><Relationship Id="rId12" Type="http://schemas.openxmlformats.org/officeDocument/2006/relationships/notesSlide" Target="../notesSlides/notesSlide53.xml"/><Relationship Id="rId2" Type="http://schemas.openxmlformats.org/officeDocument/2006/relationships/tags" Target="../tags/tag569.xml"/><Relationship Id="rId1" Type="http://schemas.openxmlformats.org/officeDocument/2006/relationships/tags" Target="../tags/tag568.xml"/><Relationship Id="rId6" Type="http://schemas.openxmlformats.org/officeDocument/2006/relationships/tags" Target="../tags/tag573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572.xml"/><Relationship Id="rId10" Type="http://schemas.openxmlformats.org/officeDocument/2006/relationships/tags" Target="../tags/tag577.xml"/><Relationship Id="rId4" Type="http://schemas.openxmlformats.org/officeDocument/2006/relationships/tags" Target="../tags/tag571.xml"/><Relationship Id="rId9" Type="http://schemas.openxmlformats.org/officeDocument/2006/relationships/tags" Target="../tags/tag576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tags" Target="../tags/tag585.xml"/><Relationship Id="rId13" Type="http://schemas.openxmlformats.org/officeDocument/2006/relationships/notesSlide" Target="../notesSlides/notesSlide54.xml"/><Relationship Id="rId3" Type="http://schemas.openxmlformats.org/officeDocument/2006/relationships/tags" Target="../tags/tag580.xml"/><Relationship Id="rId7" Type="http://schemas.openxmlformats.org/officeDocument/2006/relationships/tags" Target="../tags/tag584.xml"/><Relationship Id="rId12" Type="http://schemas.openxmlformats.org/officeDocument/2006/relationships/slideLayout" Target="../slideLayouts/slideLayout2.xml"/><Relationship Id="rId2" Type="http://schemas.openxmlformats.org/officeDocument/2006/relationships/tags" Target="../tags/tag579.xml"/><Relationship Id="rId1" Type="http://schemas.openxmlformats.org/officeDocument/2006/relationships/tags" Target="../tags/tag578.xml"/><Relationship Id="rId6" Type="http://schemas.openxmlformats.org/officeDocument/2006/relationships/tags" Target="../tags/tag583.xml"/><Relationship Id="rId11" Type="http://schemas.openxmlformats.org/officeDocument/2006/relationships/tags" Target="../tags/tag588.xml"/><Relationship Id="rId5" Type="http://schemas.openxmlformats.org/officeDocument/2006/relationships/tags" Target="../tags/tag582.xml"/><Relationship Id="rId10" Type="http://schemas.openxmlformats.org/officeDocument/2006/relationships/tags" Target="../tags/tag587.xml"/><Relationship Id="rId4" Type="http://schemas.openxmlformats.org/officeDocument/2006/relationships/tags" Target="../tags/tag581.xml"/><Relationship Id="rId9" Type="http://schemas.openxmlformats.org/officeDocument/2006/relationships/tags" Target="../tags/tag586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tags" Target="../tags/tag596.xml"/><Relationship Id="rId13" Type="http://schemas.openxmlformats.org/officeDocument/2006/relationships/slideLayout" Target="../slideLayouts/slideLayout2.xml"/><Relationship Id="rId3" Type="http://schemas.openxmlformats.org/officeDocument/2006/relationships/tags" Target="../tags/tag591.xml"/><Relationship Id="rId7" Type="http://schemas.openxmlformats.org/officeDocument/2006/relationships/tags" Target="../tags/tag595.xml"/><Relationship Id="rId12" Type="http://schemas.openxmlformats.org/officeDocument/2006/relationships/tags" Target="../tags/tag600.xml"/><Relationship Id="rId2" Type="http://schemas.openxmlformats.org/officeDocument/2006/relationships/tags" Target="../tags/tag590.xml"/><Relationship Id="rId1" Type="http://schemas.openxmlformats.org/officeDocument/2006/relationships/tags" Target="../tags/tag589.xml"/><Relationship Id="rId6" Type="http://schemas.openxmlformats.org/officeDocument/2006/relationships/tags" Target="../tags/tag594.xml"/><Relationship Id="rId11" Type="http://schemas.openxmlformats.org/officeDocument/2006/relationships/tags" Target="../tags/tag599.xml"/><Relationship Id="rId5" Type="http://schemas.openxmlformats.org/officeDocument/2006/relationships/tags" Target="../tags/tag593.xml"/><Relationship Id="rId10" Type="http://schemas.openxmlformats.org/officeDocument/2006/relationships/tags" Target="../tags/tag598.xml"/><Relationship Id="rId4" Type="http://schemas.openxmlformats.org/officeDocument/2006/relationships/tags" Target="../tags/tag592.xml"/><Relationship Id="rId9" Type="http://schemas.openxmlformats.org/officeDocument/2006/relationships/tags" Target="../tags/tag597.xml"/><Relationship Id="rId14" Type="http://schemas.openxmlformats.org/officeDocument/2006/relationships/notesSlide" Target="../notesSlides/notesSlide55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tags" Target="../tags/tag608.xml"/><Relationship Id="rId13" Type="http://schemas.openxmlformats.org/officeDocument/2006/relationships/slideLayout" Target="../slideLayouts/slideLayout2.xml"/><Relationship Id="rId3" Type="http://schemas.openxmlformats.org/officeDocument/2006/relationships/tags" Target="../tags/tag603.xml"/><Relationship Id="rId7" Type="http://schemas.openxmlformats.org/officeDocument/2006/relationships/tags" Target="../tags/tag607.xml"/><Relationship Id="rId12" Type="http://schemas.openxmlformats.org/officeDocument/2006/relationships/tags" Target="../tags/tag612.xml"/><Relationship Id="rId2" Type="http://schemas.openxmlformats.org/officeDocument/2006/relationships/tags" Target="../tags/tag602.xml"/><Relationship Id="rId1" Type="http://schemas.openxmlformats.org/officeDocument/2006/relationships/tags" Target="../tags/tag601.xml"/><Relationship Id="rId6" Type="http://schemas.openxmlformats.org/officeDocument/2006/relationships/tags" Target="../tags/tag606.xml"/><Relationship Id="rId11" Type="http://schemas.openxmlformats.org/officeDocument/2006/relationships/tags" Target="../tags/tag611.xml"/><Relationship Id="rId5" Type="http://schemas.openxmlformats.org/officeDocument/2006/relationships/tags" Target="../tags/tag605.xml"/><Relationship Id="rId10" Type="http://schemas.openxmlformats.org/officeDocument/2006/relationships/tags" Target="../tags/tag610.xml"/><Relationship Id="rId4" Type="http://schemas.openxmlformats.org/officeDocument/2006/relationships/tags" Target="../tags/tag604.xml"/><Relationship Id="rId9" Type="http://schemas.openxmlformats.org/officeDocument/2006/relationships/tags" Target="../tags/tag609.xml"/><Relationship Id="rId14" Type="http://schemas.openxmlformats.org/officeDocument/2006/relationships/notesSlide" Target="../notesSlides/notesSlide56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620.xml"/><Relationship Id="rId13" Type="http://schemas.openxmlformats.org/officeDocument/2006/relationships/tags" Target="../tags/tag625.xml"/><Relationship Id="rId3" Type="http://schemas.openxmlformats.org/officeDocument/2006/relationships/tags" Target="../tags/tag615.xml"/><Relationship Id="rId7" Type="http://schemas.openxmlformats.org/officeDocument/2006/relationships/tags" Target="../tags/tag619.xml"/><Relationship Id="rId12" Type="http://schemas.openxmlformats.org/officeDocument/2006/relationships/tags" Target="../tags/tag624.xml"/><Relationship Id="rId2" Type="http://schemas.openxmlformats.org/officeDocument/2006/relationships/tags" Target="../tags/tag614.xml"/><Relationship Id="rId1" Type="http://schemas.openxmlformats.org/officeDocument/2006/relationships/tags" Target="../tags/tag613.xml"/><Relationship Id="rId6" Type="http://schemas.openxmlformats.org/officeDocument/2006/relationships/tags" Target="../tags/tag618.xml"/><Relationship Id="rId11" Type="http://schemas.openxmlformats.org/officeDocument/2006/relationships/tags" Target="../tags/tag623.xml"/><Relationship Id="rId5" Type="http://schemas.openxmlformats.org/officeDocument/2006/relationships/tags" Target="../tags/tag617.xml"/><Relationship Id="rId15" Type="http://schemas.openxmlformats.org/officeDocument/2006/relationships/notesSlide" Target="../notesSlides/notesSlide57.xml"/><Relationship Id="rId10" Type="http://schemas.openxmlformats.org/officeDocument/2006/relationships/tags" Target="../tags/tag622.xml"/><Relationship Id="rId4" Type="http://schemas.openxmlformats.org/officeDocument/2006/relationships/tags" Target="../tags/tag616.xml"/><Relationship Id="rId9" Type="http://schemas.openxmlformats.org/officeDocument/2006/relationships/tags" Target="../tags/tag621.xml"/><Relationship Id="rId14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633.xml"/><Relationship Id="rId13" Type="http://schemas.openxmlformats.org/officeDocument/2006/relationships/tags" Target="../tags/tag638.xml"/><Relationship Id="rId3" Type="http://schemas.openxmlformats.org/officeDocument/2006/relationships/tags" Target="../tags/tag628.xml"/><Relationship Id="rId7" Type="http://schemas.openxmlformats.org/officeDocument/2006/relationships/tags" Target="../tags/tag632.xml"/><Relationship Id="rId12" Type="http://schemas.openxmlformats.org/officeDocument/2006/relationships/tags" Target="../tags/tag637.xml"/><Relationship Id="rId2" Type="http://schemas.openxmlformats.org/officeDocument/2006/relationships/tags" Target="../tags/tag627.xml"/><Relationship Id="rId16" Type="http://schemas.openxmlformats.org/officeDocument/2006/relationships/notesSlide" Target="../notesSlides/notesSlide58.xml"/><Relationship Id="rId1" Type="http://schemas.openxmlformats.org/officeDocument/2006/relationships/tags" Target="../tags/tag626.xml"/><Relationship Id="rId6" Type="http://schemas.openxmlformats.org/officeDocument/2006/relationships/tags" Target="../tags/tag631.xml"/><Relationship Id="rId11" Type="http://schemas.openxmlformats.org/officeDocument/2006/relationships/tags" Target="../tags/tag636.xml"/><Relationship Id="rId5" Type="http://schemas.openxmlformats.org/officeDocument/2006/relationships/tags" Target="../tags/tag630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635.xml"/><Relationship Id="rId4" Type="http://schemas.openxmlformats.org/officeDocument/2006/relationships/tags" Target="../tags/tag629.xml"/><Relationship Id="rId9" Type="http://schemas.openxmlformats.org/officeDocument/2006/relationships/tags" Target="../tags/tag634.xml"/><Relationship Id="rId14" Type="http://schemas.openxmlformats.org/officeDocument/2006/relationships/tags" Target="../tags/tag639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647.xml"/><Relationship Id="rId13" Type="http://schemas.openxmlformats.org/officeDocument/2006/relationships/slideLayout" Target="../slideLayouts/slideLayout2.xml"/><Relationship Id="rId3" Type="http://schemas.openxmlformats.org/officeDocument/2006/relationships/tags" Target="../tags/tag642.xml"/><Relationship Id="rId7" Type="http://schemas.openxmlformats.org/officeDocument/2006/relationships/tags" Target="../tags/tag646.xml"/><Relationship Id="rId12" Type="http://schemas.openxmlformats.org/officeDocument/2006/relationships/tags" Target="../tags/tag651.xml"/><Relationship Id="rId2" Type="http://schemas.openxmlformats.org/officeDocument/2006/relationships/tags" Target="../tags/tag641.xml"/><Relationship Id="rId1" Type="http://schemas.openxmlformats.org/officeDocument/2006/relationships/tags" Target="../tags/tag640.xml"/><Relationship Id="rId6" Type="http://schemas.openxmlformats.org/officeDocument/2006/relationships/tags" Target="../tags/tag645.xml"/><Relationship Id="rId11" Type="http://schemas.openxmlformats.org/officeDocument/2006/relationships/tags" Target="../tags/tag650.xml"/><Relationship Id="rId5" Type="http://schemas.openxmlformats.org/officeDocument/2006/relationships/tags" Target="../tags/tag644.xml"/><Relationship Id="rId10" Type="http://schemas.openxmlformats.org/officeDocument/2006/relationships/tags" Target="../tags/tag649.xml"/><Relationship Id="rId4" Type="http://schemas.openxmlformats.org/officeDocument/2006/relationships/tags" Target="../tags/tag643.xml"/><Relationship Id="rId9" Type="http://schemas.openxmlformats.org/officeDocument/2006/relationships/tags" Target="../tags/tag648.xml"/><Relationship Id="rId14" Type="http://schemas.openxmlformats.org/officeDocument/2006/relationships/notesSlide" Target="../notesSlides/notesSlide59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659.xml"/><Relationship Id="rId13" Type="http://schemas.openxmlformats.org/officeDocument/2006/relationships/tags" Target="../tags/tag664.xml"/><Relationship Id="rId3" Type="http://schemas.openxmlformats.org/officeDocument/2006/relationships/tags" Target="../tags/tag654.xml"/><Relationship Id="rId7" Type="http://schemas.openxmlformats.org/officeDocument/2006/relationships/tags" Target="../tags/tag658.xml"/><Relationship Id="rId12" Type="http://schemas.openxmlformats.org/officeDocument/2006/relationships/tags" Target="../tags/tag663.xml"/><Relationship Id="rId2" Type="http://schemas.openxmlformats.org/officeDocument/2006/relationships/tags" Target="../tags/tag653.xml"/><Relationship Id="rId1" Type="http://schemas.openxmlformats.org/officeDocument/2006/relationships/tags" Target="../tags/tag652.xml"/><Relationship Id="rId6" Type="http://schemas.openxmlformats.org/officeDocument/2006/relationships/tags" Target="../tags/tag657.xml"/><Relationship Id="rId11" Type="http://schemas.openxmlformats.org/officeDocument/2006/relationships/tags" Target="../tags/tag662.xml"/><Relationship Id="rId5" Type="http://schemas.openxmlformats.org/officeDocument/2006/relationships/tags" Target="../tags/tag656.xml"/><Relationship Id="rId15" Type="http://schemas.openxmlformats.org/officeDocument/2006/relationships/notesSlide" Target="../notesSlides/notesSlide60.xml"/><Relationship Id="rId10" Type="http://schemas.openxmlformats.org/officeDocument/2006/relationships/tags" Target="../tags/tag661.xml"/><Relationship Id="rId4" Type="http://schemas.openxmlformats.org/officeDocument/2006/relationships/tags" Target="../tags/tag655.xml"/><Relationship Id="rId9" Type="http://schemas.openxmlformats.org/officeDocument/2006/relationships/tags" Target="../tags/tag660.xml"/><Relationship Id="rId14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tags" Target="../tags/tag672.xml"/><Relationship Id="rId13" Type="http://schemas.openxmlformats.org/officeDocument/2006/relationships/tags" Target="../tags/tag677.xml"/><Relationship Id="rId3" Type="http://schemas.openxmlformats.org/officeDocument/2006/relationships/tags" Target="../tags/tag667.xml"/><Relationship Id="rId7" Type="http://schemas.openxmlformats.org/officeDocument/2006/relationships/tags" Target="../tags/tag671.xml"/><Relationship Id="rId12" Type="http://schemas.openxmlformats.org/officeDocument/2006/relationships/tags" Target="../tags/tag676.xml"/><Relationship Id="rId2" Type="http://schemas.openxmlformats.org/officeDocument/2006/relationships/tags" Target="../tags/tag666.xml"/><Relationship Id="rId16" Type="http://schemas.openxmlformats.org/officeDocument/2006/relationships/notesSlide" Target="../notesSlides/notesSlide61.xml"/><Relationship Id="rId1" Type="http://schemas.openxmlformats.org/officeDocument/2006/relationships/tags" Target="../tags/tag665.xml"/><Relationship Id="rId6" Type="http://schemas.openxmlformats.org/officeDocument/2006/relationships/tags" Target="../tags/tag670.xml"/><Relationship Id="rId11" Type="http://schemas.openxmlformats.org/officeDocument/2006/relationships/tags" Target="../tags/tag675.xml"/><Relationship Id="rId5" Type="http://schemas.openxmlformats.org/officeDocument/2006/relationships/tags" Target="../tags/tag669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674.xml"/><Relationship Id="rId4" Type="http://schemas.openxmlformats.org/officeDocument/2006/relationships/tags" Target="../tags/tag668.xml"/><Relationship Id="rId9" Type="http://schemas.openxmlformats.org/officeDocument/2006/relationships/tags" Target="../tags/tag673.xml"/><Relationship Id="rId14" Type="http://schemas.openxmlformats.org/officeDocument/2006/relationships/tags" Target="../tags/tag678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686.xml"/><Relationship Id="rId13" Type="http://schemas.openxmlformats.org/officeDocument/2006/relationships/tags" Target="../tags/tag691.xml"/><Relationship Id="rId3" Type="http://schemas.openxmlformats.org/officeDocument/2006/relationships/tags" Target="../tags/tag681.xml"/><Relationship Id="rId7" Type="http://schemas.openxmlformats.org/officeDocument/2006/relationships/tags" Target="../tags/tag685.xml"/><Relationship Id="rId12" Type="http://schemas.openxmlformats.org/officeDocument/2006/relationships/tags" Target="../tags/tag690.xml"/><Relationship Id="rId2" Type="http://schemas.openxmlformats.org/officeDocument/2006/relationships/tags" Target="../tags/tag680.xml"/><Relationship Id="rId16" Type="http://schemas.openxmlformats.org/officeDocument/2006/relationships/notesSlide" Target="../notesSlides/notesSlide62.xml"/><Relationship Id="rId1" Type="http://schemas.openxmlformats.org/officeDocument/2006/relationships/tags" Target="../tags/tag679.xml"/><Relationship Id="rId6" Type="http://schemas.openxmlformats.org/officeDocument/2006/relationships/tags" Target="../tags/tag684.xml"/><Relationship Id="rId11" Type="http://schemas.openxmlformats.org/officeDocument/2006/relationships/tags" Target="../tags/tag689.xml"/><Relationship Id="rId5" Type="http://schemas.openxmlformats.org/officeDocument/2006/relationships/tags" Target="../tags/tag683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688.xml"/><Relationship Id="rId4" Type="http://schemas.openxmlformats.org/officeDocument/2006/relationships/tags" Target="../tags/tag682.xml"/><Relationship Id="rId9" Type="http://schemas.openxmlformats.org/officeDocument/2006/relationships/tags" Target="../tags/tag687.xml"/><Relationship Id="rId14" Type="http://schemas.openxmlformats.org/officeDocument/2006/relationships/tags" Target="../tags/tag69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700.xml"/><Relationship Id="rId13" Type="http://schemas.openxmlformats.org/officeDocument/2006/relationships/tags" Target="../tags/tag705.xml"/><Relationship Id="rId3" Type="http://schemas.openxmlformats.org/officeDocument/2006/relationships/tags" Target="../tags/tag695.xml"/><Relationship Id="rId7" Type="http://schemas.openxmlformats.org/officeDocument/2006/relationships/tags" Target="../tags/tag699.xml"/><Relationship Id="rId12" Type="http://schemas.openxmlformats.org/officeDocument/2006/relationships/tags" Target="../tags/tag704.xml"/><Relationship Id="rId17" Type="http://schemas.openxmlformats.org/officeDocument/2006/relationships/notesSlide" Target="../notesSlides/notesSlide63.xml"/><Relationship Id="rId2" Type="http://schemas.openxmlformats.org/officeDocument/2006/relationships/tags" Target="../tags/tag694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693.xml"/><Relationship Id="rId6" Type="http://schemas.openxmlformats.org/officeDocument/2006/relationships/tags" Target="../tags/tag698.xml"/><Relationship Id="rId11" Type="http://schemas.openxmlformats.org/officeDocument/2006/relationships/tags" Target="../tags/tag703.xml"/><Relationship Id="rId5" Type="http://schemas.openxmlformats.org/officeDocument/2006/relationships/tags" Target="../tags/tag697.xml"/><Relationship Id="rId15" Type="http://schemas.openxmlformats.org/officeDocument/2006/relationships/tags" Target="../tags/tag707.xml"/><Relationship Id="rId10" Type="http://schemas.openxmlformats.org/officeDocument/2006/relationships/tags" Target="../tags/tag702.xml"/><Relationship Id="rId4" Type="http://schemas.openxmlformats.org/officeDocument/2006/relationships/tags" Target="../tags/tag696.xml"/><Relationship Id="rId9" Type="http://schemas.openxmlformats.org/officeDocument/2006/relationships/tags" Target="../tags/tag701.xml"/><Relationship Id="rId14" Type="http://schemas.openxmlformats.org/officeDocument/2006/relationships/tags" Target="../tags/tag706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tags" Target="../tags/tag715.xml"/><Relationship Id="rId13" Type="http://schemas.openxmlformats.org/officeDocument/2006/relationships/tags" Target="../tags/tag720.xml"/><Relationship Id="rId18" Type="http://schemas.openxmlformats.org/officeDocument/2006/relationships/notesSlide" Target="../notesSlides/notesSlide64.xml"/><Relationship Id="rId3" Type="http://schemas.openxmlformats.org/officeDocument/2006/relationships/tags" Target="../tags/tag710.xml"/><Relationship Id="rId7" Type="http://schemas.openxmlformats.org/officeDocument/2006/relationships/tags" Target="../tags/tag714.xml"/><Relationship Id="rId12" Type="http://schemas.openxmlformats.org/officeDocument/2006/relationships/tags" Target="../tags/tag719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709.xml"/><Relationship Id="rId16" Type="http://schemas.openxmlformats.org/officeDocument/2006/relationships/tags" Target="../tags/tag723.xml"/><Relationship Id="rId1" Type="http://schemas.openxmlformats.org/officeDocument/2006/relationships/tags" Target="../tags/tag708.xml"/><Relationship Id="rId6" Type="http://schemas.openxmlformats.org/officeDocument/2006/relationships/tags" Target="../tags/tag713.xml"/><Relationship Id="rId11" Type="http://schemas.openxmlformats.org/officeDocument/2006/relationships/tags" Target="../tags/tag718.xml"/><Relationship Id="rId5" Type="http://schemas.openxmlformats.org/officeDocument/2006/relationships/tags" Target="../tags/tag712.xml"/><Relationship Id="rId15" Type="http://schemas.openxmlformats.org/officeDocument/2006/relationships/tags" Target="../tags/tag722.xml"/><Relationship Id="rId10" Type="http://schemas.openxmlformats.org/officeDocument/2006/relationships/tags" Target="../tags/tag717.xml"/><Relationship Id="rId4" Type="http://schemas.openxmlformats.org/officeDocument/2006/relationships/tags" Target="../tags/tag711.xml"/><Relationship Id="rId9" Type="http://schemas.openxmlformats.org/officeDocument/2006/relationships/tags" Target="../tags/tag716.xml"/><Relationship Id="rId14" Type="http://schemas.openxmlformats.org/officeDocument/2006/relationships/tags" Target="../tags/tag721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tags" Target="../tags/tag731.xml"/><Relationship Id="rId13" Type="http://schemas.openxmlformats.org/officeDocument/2006/relationships/tags" Target="../tags/tag736.xml"/><Relationship Id="rId3" Type="http://schemas.openxmlformats.org/officeDocument/2006/relationships/tags" Target="../tags/tag726.xml"/><Relationship Id="rId7" Type="http://schemas.openxmlformats.org/officeDocument/2006/relationships/tags" Target="../tags/tag730.xml"/><Relationship Id="rId12" Type="http://schemas.openxmlformats.org/officeDocument/2006/relationships/tags" Target="../tags/tag735.xml"/><Relationship Id="rId2" Type="http://schemas.openxmlformats.org/officeDocument/2006/relationships/tags" Target="../tags/tag725.xml"/><Relationship Id="rId16" Type="http://schemas.openxmlformats.org/officeDocument/2006/relationships/notesSlide" Target="../notesSlides/notesSlide65.xml"/><Relationship Id="rId1" Type="http://schemas.openxmlformats.org/officeDocument/2006/relationships/tags" Target="../tags/tag724.xml"/><Relationship Id="rId6" Type="http://schemas.openxmlformats.org/officeDocument/2006/relationships/tags" Target="../tags/tag729.xml"/><Relationship Id="rId11" Type="http://schemas.openxmlformats.org/officeDocument/2006/relationships/tags" Target="../tags/tag734.xml"/><Relationship Id="rId5" Type="http://schemas.openxmlformats.org/officeDocument/2006/relationships/tags" Target="../tags/tag728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733.xml"/><Relationship Id="rId4" Type="http://schemas.openxmlformats.org/officeDocument/2006/relationships/tags" Target="../tags/tag727.xml"/><Relationship Id="rId9" Type="http://schemas.openxmlformats.org/officeDocument/2006/relationships/tags" Target="../tags/tag732.xml"/><Relationship Id="rId14" Type="http://schemas.openxmlformats.org/officeDocument/2006/relationships/tags" Target="../tags/tag737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tags" Target="../tags/tag745.xml"/><Relationship Id="rId13" Type="http://schemas.openxmlformats.org/officeDocument/2006/relationships/tags" Target="../tags/tag750.xml"/><Relationship Id="rId3" Type="http://schemas.openxmlformats.org/officeDocument/2006/relationships/tags" Target="../tags/tag740.xml"/><Relationship Id="rId7" Type="http://schemas.openxmlformats.org/officeDocument/2006/relationships/tags" Target="../tags/tag744.xml"/><Relationship Id="rId12" Type="http://schemas.openxmlformats.org/officeDocument/2006/relationships/tags" Target="../tags/tag749.xml"/><Relationship Id="rId17" Type="http://schemas.openxmlformats.org/officeDocument/2006/relationships/notesSlide" Target="../notesSlides/notesSlide66.xml"/><Relationship Id="rId2" Type="http://schemas.openxmlformats.org/officeDocument/2006/relationships/tags" Target="../tags/tag73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738.xml"/><Relationship Id="rId6" Type="http://schemas.openxmlformats.org/officeDocument/2006/relationships/tags" Target="../tags/tag743.xml"/><Relationship Id="rId11" Type="http://schemas.openxmlformats.org/officeDocument/2006/relationships/tags" Target="../tags/tag748.xml"/><Relationship Id="rId5" Type="http://schemas.openxmlformats.org/officeDocument/2006/relationships/tags" Target="../tags/tag742.xml"/><Relationship Id="rId15" Type="http://schemas.openxmlformats.org/officeDocument/2006/relationships/tags" Target="../tags/tag752.xml"/><Relationship Id="rId10" Type="http://schemas.openxmlformats.org/officeDocument/2006/relationships/tags" Target="../tags/tag747.xml"/><Relationship Id="rId4" Type="http://schemas.openxmlformats.org/officeDocument/2006/relationships/tags" Target="../tags/tag741.xml"/><Relationship Id="rId9" Type="http://schemas.openxmlformats.org/officeDocument/2006/relationships/tags" Target="../tags/tag746.xml"/><Relationship Id="rId14" Type="http://schemas.openxmlformats.org/officeDocument/2006/relationships/tags" Target="../tags/tag751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tags" Target="../tags/tag760.xml"/><Relationship Id="rId13" Type="http://schemas.openxmlformats.org/officeDocument/2006/relationships/tags" Target="../tags/tag765.xml"/><Relationship Id="rId18" Type="http://schemas.openxmlformats.org/officeDocument/2006/relationships/notesSlide" Target="../notesSlides/notesSlide67.xml"/><Relationship Id="rId3" Type="http://schemas.openxmlformats.org/officeDocument/2006/relationships/tags" Target="../tags/tag755.xml"/><Relationship Id="rId7" Type="http://schemas.openxmlformats.org/officeDocument/2006/relationships/tags" Target="../tags/tag759.xml"/><Relationship Id="rId12" Type="http://schemas.openxmlformats.org/officeDocument/2006/relationships/tags" Target="../tags/tag764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754.xml"/><Relationship Id="rId16" Type="http://schemas.openxmlformats.org/officeDocument/2006/relationships/tags" Target="../tags/tag768.xml"/><Relationship Id="rId1" Type="http://schemas.openxmlformats.org/officeDocument/2006/relationships/tags" Target="../tags/tag753.xml"/><Relationship Id="rId6" Type="http://schemas.openxmlformats.org/officeDocument/2006/relationships/tags" Target="../tags/tag758.xml"/><Relationship Id="rId11" Type="http://schemas.openxmlformats.org/officeDocument/2006/relationships/tags" Target="../tags/tag763.xml"/><Relationship Id="rId5" Type="http://schemas.openxmlformats.org/officeDocument/2006/relationships/tags" Target="../tags/tag757.xml"/><Relationship Id="rId15" Type="http://schemas.openxmlformats.org/officeDocument/2006/relationships/tags" Target="../tags/tag767.xml"/><Relationship Id="rId10" Type="http://schemas.openxmlformats.org/officeDocument/2006/relationships/tags" Target="../tags/tag762.xml"/><Relationship Id="rId4" Type="http://schemas.openxmlformats.org/officeDocument/2006/relationships/tags" Target="../tags/tag756.xml"/><Relationship Id="rId9" Type="http://schemas.openxmlformats.org/officeDocument/2006/relationships/tags" Target="../tags/tag761.xml"/><Relationship Id="rId14" Type="http://schemas.openxmlformats.org/officeDocument/2006/relationships/tags" Target="../tags/tag766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tags" Target="../tags/tag776.xml"/><Relationship Id="rId13" Type="http://schemas.openxmlformats.org/officeDocument/2006/relationships/tags" Target="../tags/tag781.xml"/><Relationship Id="rId3" Type="http://schemas.openxmlformats.org/officeDocument/2006/relationships/tags" Target="../tags/tag771.xml"/><Relationship Id="rId7" Type="http://schemas.openxmlformats.org/officeDocument/2006/relationships/tags" Target="../tags/tag775.xml"/><Relationship Id="rId12" Type="http://schemas.openxmlformats.org/officeDocument/2006/relationships/tags" Target="../tags/tag780.xml"/><Relationship Id="rId2" Type="http://schemas.openxmlformats.org/officeDocument/2006/relationships/tags" Target="../tags/tag770.xml"/><Relationship Id="rId16" Type="http://schemas.openxmlformats.org/officeDocument/2006/relationships/notesSlide" Target="../notesSlides/notesSlide68.xml"/><Relationship Id="rId1" Type="http://schemas.openxmlformats.org/officeDocument/2006/relationships/tags" Target="../tags/tag769.xml"/><Relationship Id="rId6" Type="http://schemas.openxmlformats.org/officeDocument/2006/relationships/tags" Target="../tags/tag774.xml"/><Relationship Id="rId11" Type="http://schemas.openxmlformats.org/officeDocument/2006/relationships/tags" Target="../tags/tag779.xml"/><Relationship Id="rId5" Type="http://schemas.openxmlformats.org/officeDocument/2006/relationships/tags" Target="../tags/tag773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778.xml"/><Relationship Id="rId4" Type="http://schemas.openxmlformats.org/officeDocument/2006/relationships/tags" Target="../tags/tag772.xml"/><Relationship Id="rId9" Type="http://schemas.openxmlformats.org/officeDocument/2006/relationships/tags" Target="../tags/tag777.xml"/><Relationship Id="rId14" Type="http://schemas.openxmlformats.org/officeDocument/2006/relationships/tags" Target="../tags/tag78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tags" Target="../tags/tag790.xml"/><Relationship Id="rId13" Type="http://schemas.openxmlformats.org/officeDocument/2006/relationships/tags" Target="../tags/tag795.xml"/><Relationship Id="rId3" Type="http://schemas.openxmlformats.org/officeDocument/2006/relationships/tags" Target="../tags/tag785.xml"/><Relationship Id="rId7" Type="http://schemas.openxmlformats.org/officeDocument/2006/relationships/tags" Target="../tags/tag789.xml"/><Relationship Id="rId12" Type="http://schemas.openxmlformats.org/officeDocument/2006/relationships/tags" Target="../tags/tag794.xml"/><Relationship Id="rId17" Type="http://schemas.openxmlformats.org/officeDocument/2006/relationships/notesSlide" Target="../notesSlides/notesSlide69.xml"/><Relationship Id="rId2" Type="http://schemas.openxmlformats.org/officeDocument/2006/relationships/tags" Target="../tags/tag784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783.xml"/><Relationship Id="rId6" Type="http://schemas.openxmlformats.org/officeDocument/2006/relationships/tags" Target="../tags/tag788.xml"/><Relationship Id="rId11" Type="http://schemas.openxmlformats.org/officeDocument/2006/relationships/tags" Target="../tags/tag793.xml"/><Relationship Id="rId5" Type="http://schemas.openxmlformats.org/officeDocument/2006/relationships/tags" Target="../tags/tag787.xml"/><Relationship Id="rId15" Type="http://schemas.openxmlformats.org/officeDocument/2006/relationships/tags" Target="../tags/tag797.xml"/><Relationship Id="rId10" Type="http://schemas.openxmlformats.org/officeDocument/2006/relationships/tags" Target="../tags/tag792.xml"/><Relationship Id="rId4" Type="http://schemas.openxmlformats.org/officeDocument/2006/relationships/tags" Target="../tags/tag786.xml"/><Relationship Id="rId9" Type="http://schemas.openxmlformats.org/officeDocument/2006/relationships/tags" Target="../tags/tag791.xml"/><Relationship Id="rId14" Type="http://schemas.openxmlformats.org/officeDocument/2006/relationships/tags" Target="../tags/tag796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tags" Target="../tags/tag805.xml"/><Relationship Id="rId13" Type="http://schemas.openxmlformats.org/officeDocument/2006/relationships/tags" Target="../tags/tag810.xml"/><Relationship Id="rId18" Type="http://schemas.openxmlformats.org/officeDocument/2006/relationships/notesSlide" Target="../notesSlides/notesSlide70.xml"/><Relationship Id="rId3" Type="http://schemas.openxmlformats.org/officeDocument/2006/relationships/tags" Target="../tags/tag800.xml"/><Relationship Id="rId7" Type="http://schemas.openxmlformats.org/officeDocument/2006/relationships/tags" Target="../tags/tag804.xml"/><Relationship Id="rId12" Type="http://schemas.openxmlformats.org/officeDocument/2006/relationships/tags" Target="../tags/tag809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799.xml"/><Relationship Id="rId16" Type="http://schemas.openxmlformats.org/officeDocument/2006/relationships/tags" Target="../tags/tag813.xml"/><Relationship Id="rId1" Type="http://schemas.openxmlformats.org/officeDocument/2006/relationships/tags" Target="../tags/tag798.xml"/><Relationship Id="rId6" Type="http://schemas.openxmlformats.org/officeDocument/2006/relationships/tags" Target="../tags/tag803.xml"/><Relationship Id="rId11" Type="http://schemas.openxmlformats.org/officeDocument/2006/relationships/tags" Target="../tags/tag808.xml"/><Relationship Id="rId5" Type="http://schemas.openxmlformats.org/officeDocument/2006/relationships/tags" Target="../tags/tag802.xml"/><Relationship Id="rId15" Type="http://schemas.openxmlformats.org/officeDocument/2006/relationships/tags" Target="../tags/tag812.xml"/><Relationship Id="rId10" Type="http://schemas.openxmlformats.org/officeDocument/2006/relationships/tags" Target="../tags/tag807.xml"/><Relationship Id="rId4" Type="http://schemas.openxmlformats.org/officeDocument/2006/relationships/tags" Target="../tags/tag801.xml"/><Relationship Id="rId9" Type="http://schemas.openxmlformats.org/officeDocument/2006/relationships/tags" Target="../tags/tag806.xml"/><Relationship Id="rId14" Type="http://schemas.openxmlformats.org/officeDocument/2006/relationships/tags" Target="../tags/tag81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814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1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tags" Target="../tags/tag823.xml"/><Relationship Id="rId13" Type="http://schemas.openxmlformats.org/officeDocument/2006/relationships/tags" Target="../tags/tag828.xml"/><Relationship Id="rId3" Type="http://schemas.openxmlformats.org/officeDocument/2006/relationships/tags" Target="../tags/tag818.xml"/><Relationship Id="rId7" Type="http://schemas.openxmlformats.org/officeDocument/2006/relationships/tags" Target="../tags/tag822.xml"/><Relationship Id="rId12" Type="http://schemas.openxmlformats.org/officeDocument/2006/relationships/tags" Target="../tags/tag827.xml"/><Relationship Id="rId2" Type="http://schemas.openxmlformats.org/officeDocument/2006/relationships/tags" Target="../tags/tag817.xml"/><Relationship Id="rId16" Type="http://schemas.openxmlformats.org/officeDocument/2006/relationships/notesSlide" Target="../notesSlides/notesSlide72.xml"/><Relationship Id="rId1" Type="http://schemas.openxmlformats.org/officeDocument/2006/relationships/tags" Target="../tags/tag816.xml"/><Relationship Id="rId6" Type="http://schemas.openxmlformats.org/officeDocument/2006/relationships/tags" Target="../tags/tag821.xml"/><Relationship Id="rId11" Type="http://schemas.openxmlformats.org/officeDocument/2006/relationships/tags" Target="../tags/tag826.xml"/><Relationship Id="rId5" Type="http://schemas.openxmlformats.org/officeDocument/2006/relationships/tags" Target="../tags/tag820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825.xml"/><Relationship Id="rId4" Type="http://schemas.openxmlformats.org/officeDocument/2006/relationships/tags" Target="../tags/tag819.xml"/><Relationship Id="rId9" Type="http://schemas.openxmlformats.org/officeDocument/2006/relationships/tags" Target="../tags/tag824.xml"/><Relationship Id="rId14" Type="http://schemas.openxmlformats.org/officeDocument/2006/relationships/tags" Target="../tags/tag829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tags" Target="../tags/tag837.xml"/><Relationship Id="rId13" Type="http://schemas.openxmlformats.org/officeDocument/2006/relationships/tags" Target="../tags/tag842.xml"/><Relationship Id="rId3" Type="http://schemas.openxmlformats.org/officeDocument/2006/relationships/tags" Target="../tags/tag832.xml"/><Relationship Id="rId7" Type="http://schemas.openxmlformats.org/officeDocument/2006/relationships/tags" Target="../tags/tag836.xml"/><Relationship Id="rId12" Type="http://schemas.openxmlformats.org/officeDocument/2006/relationships/tags" Target="../tags/tag841.xml"/><Relationship Id="rId17" Type="http://schemas.openxmlformats.org/officeDocument/2006/relationships/notesSlide" Target="../notesSlides/notesSlide73.xml"/><Relationship Id="rId2" Type="http://schemas.openxmlformats.org/officeDocument/2006/relationships/tags" Target="../tags/tag831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830.xml"/><Relationship Id="rId6" Type="http://schemas.openxmlformats.org/officeDocument/2006/relationships/tags" Target="../tags/tag835.xml"/><Relationship Id="rId11" Type="http://schemas.openxmlformats.org/officeDocument/2006/relationships/tags" Target="../tags/tag840.xml"/><Relationship Id="rId5" Type="http://schemas.openxmlformats.org/officeDocument/2006/relationships/tags" Target="../tags/tag834.xml"/><Relationship Id="rId15" Type="http://schemas.openxmlformats.org/officeDocument/2006/relationships/tags" Target="../tags/tag844.xml"/><Relationship Id="rId10" Type="http://schemas.openxmlformats.org/officeDocument/2006/relationships/tags" Target="../tags/tag839.xml"/><Relationship Id="rId4" Type="http://schemas.openxmlformats.org/officeDocument/2006/relationships/tags" Target="../tags/tag833.xml"/><Relationship Id="rId9" Type="http://schemas.openxmlformats.org/officeDocument/2006/relationships/tags" Target="../tags/tag838.xml"/><Relationship Id="rId14" Type="http://schemas.openxmlformats.org/officeDocument/2006/relationships/tags" Target="../tags/tag843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tags" Target="../tags/tag852.xml"/><Relationship Id="rId13" Type="http://schemas.openxmlformats.org/officeDocument/2006/relationships/tags" Target="../tags/tag857.xml"/><Relationship Id="rId18" Type="http://schemas.openxmlformats.org/officeDocument/2006/relationships/notesSlide" Target="../notesSlides/notesSlide74.xml"/><Relationship Id="rId3" Type="http://schemas.openxmlformats.org/officeDocument/2006/relationships/tags" Target="../tags/tag847.xml"/><Relationship Id="rId7" Type="http://schemas.openxmlformats.org/officeDocument/2006/relationships/tags" Target="../tags/tag851.xml"/><Relationship Id="rId12" Type="http://schemas.openxmlformats.org/officeDocument/2006/relationships/tags" Target="../tags/tag856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846.xml"/><Relationship Id="rId16" Type="http://schemas.openxmlformats.org/officeDocument/2006/relationships/tags" Target="../tags/tag860.xml"/><Relationship Id="rId1" Type="http://schemas.openxmlformats.org/officeDocument/2006/relationships/tags" Target="../tags/tag845.xml"/><Relationship Id="rId6" Type="http://schemas.openxmlformats.org/officeDocument/2006/relationships/tags" Target="../tags/tag850.xml"/><Relationship Id="rId11" Type="http://schemas.openxmlformats.org/officeDocument/2006/relationships/tags" Target="../tags/tag855.xml"/><Relationship Id="rId5" Type="http://schemas.openxmlformats.org/officeDocument/2006/relationships/tags" Target="../tags/tag849.xml"/><Relationship Id="rId15" Type="http://schemas.openxmlformats.org/officeDocument/2006/relationships/tags" Target="../tags/tag859.xml"/><Relationship Id="rId10" Type="http://schemas.openxmlformats.org/officeDocument/2006/relationships/tags" Target="../tags/tag854.xml"/><Relationship Id="rId4" Type="http://schemas.openxmlformats.org/officeDocument/2006/relationships/tags" Target="../tags/tag848.xml"/><Relationship Id="rId9" Type="http://schemas.openxmlformats.org/officeDocument/2006/relationships/tags" Target="../tags/tag853.xml"/><Relationship Id="rId14" Type="http://schemas.openxmlformats.org/officeDocument/2006/relationships/tags" Target="../tags/tag858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tags" Target="../tags/tag868.xml"/><Relationship Id="rId13" Type="http://schemas.openxmlformats.org/officeDocument/2006/relationships/tags" Target="../tags/tag873.xml"/><Relationship Id="rId3" Type="http://schemas.openxmlformats.org/officeDocument/2006/relationships/tags" Target="../tags/tag863.xml"/><Relationship Id="rId7" Type="http://schemas.openxmlformats.org/officeDocument/2006/relationships/tags" Target="../tags/tag867.xml"/><Relationship Id="rId12" Type="http://schemas.openxmlformats.org/officeDocument/2006/relationships/tags" Target="../tags/tag872.xml"/><Relationship Id="rId2" Type="http://schemas.openxmlformats.org/officeDocument/2006/relationships/tags" Target="../tags/tag862.xml"/><Relationship Id="rId16" Type="http://schemas.openxmlformats.org/officeDocument/2006/relationships/notesSlide" Target="../notesSlides/notesSlide75.xml"/><Relationship Id="rId1" Type="http://schemas.openxmlformats.org/officeDocument/2006/relationships/tags" Target="../tags/tag861.xml"/><Relationship Id="rId6" Type="http://schemas.openxmlformats.org/officeDocument/2006/relationships/tags" Target="../tags/tag866.xml"/><Relationship Id="rId11" Type="http://schemas.openxmlformats.org/officeDocument/2006/relationships/tags" Target="../tags/tag871.xml"/><Relationship Id="rId5" Type="http://schemas.openxmlformats.org/officeDocument/2006/relationships/tags" Target="../tags/tag865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870.xml"/><Relationship Id="rId4" Type="http://schemas.openxmlformats.org/officeDocument/2006/relationships/tags" Target="../tags/tag864.xml"/><Relationship Id="rId9" Type="http://schemas.openxmlformats.org/officeDocument/2006/relationships/tags" Target="../tags/tag869.xml"/><Relationship Id="rId14" Type="http://schemas.openxmlformats.org/officeDocument/2006/relationships/tags" Target="../tags/tag874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tags" Target="../tags/tag882.xml"/><Relationship Id="rId13" Type="http://schemas.openxmlformats.org/officeDocument/2006/relationships/tags" Target="../tags/tag887.xml"/><Relationship Id="rId3" Type="http://schemas.openxmlformats.org/officeDocument/2006/relationships/tags" Target="../tags/tag877.xml"/><Relationship Id="rId7" Type="http://schemas.openxmlformats.org/officeDocument/2006/relationships/tags" Target="../tags/tag881.xml"/><Relationship Id="rId12" Type="http://schemas.openxmlformats.org/officeDocument/2006/relationships/tags" Target="../tags/tag886.xml"/><Relationship Id="rId17" Type="http://schemas.openxmlformats.org/officeDocument/2006/relationships/notesSlide" Target="../notesSlides/notesSlide76.xml"/><Relationship Id="rId2" Type="http://schemas.openxmlformats.org/officeDocument/2006/relationships/tags" Target="../tags/tag87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875.xml"/><Relationship Id="rId6" Type="http://schemas.openxmlformats.org/officeDocument/2006/relationships/tags" Target="../tags/tag880.xml"/><Relationship Id="rId11" Type="http://schemas.openxmlformats.org/officeDocument/2006/relationships/tags" Target="../tags/tag885.xml"/><Relationship Id="rId5" Type="http://schemas.openxmlformats.org/officeDocument/2006/relationships/tags" Target="../tags/tag879.xml"/><Relationship Id="rId15" Type="http://schemas.openxmlformats.org/officeDocument/2006/relationships/tags" Target="../tags/tag889.xml"/><Relationship Id="rId10" Type="http://schemas.openxmlformats.org/officeDocument/2006/relationships/tags" Target="../tags/tag884.xml"/><Relationship Id="rId4" Type="http://schemas.openxmlformats.org/officeDocument/2006/relationships/tags" Target="../tags/tag878.xml"/><Relationship Id="rId9" Type="http://schemas.openxmlformats.org/officeDocument/2006/relationships/tags" Target="../tags/tag883.xml"/><Relationship Id="rId14" Type="http://schemas.openxmlformats.org/officeDocument/2006/relationships/tags" Target="../tags/tag88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tags" Target="../tags/tag897.xml"/><Relationship Id="rId13" Type="http://schemas.openxmlformats.org/officeDocument/2006/relationships/tags" Target="../tags/tag902.xml"/><Relationship Id="rId18" Type="http://schemas.openxmlformats.org/officeDocument/2006/relationships/notesSlide" Target="../notesSlides/notesSlide77.xml"/><Relationship Id="rId3" Type="http://schemas.openxmlformats.org/officeDocument/2006/relationships/tags" Target="../tags/tag892.xml"/><Relationship Id="rId7" Type="http://schemas.openxmlformats.org/officeDocument/2006/relationships/tags" Target="../tags/tag896.xml"/><Relationship Id="rId12" Type="http://schemas.openxmlformats.org/officeDocument/2006/relationships/tags" Target="../tags/tag901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891.xml"/><Relationship Id="rId16" Type="http://schemas.openxmlformats.org/officeDocument/2006/relationships/tags" Target="../tags/tag905.xml"/><Relationship Id="rId1" Type="http://schemas.openxmlformats.org/officeDocument/2006/relationships/tags" Target="../tags/tag890.xml"/><Relationship Id="rId6" Type="http://schemas.openxmlformats.org/officeDocument/2006/relationships/tags" Target="../tags/tag895.xml"/><Relationship Id="rId11" Type="http://schemas.openxmlformats.org/officeDocument/2006/relationships/tags" Target="../tags/tag900.xml"/><Relationship Id="rId5" Type="http://schemas.openxmlformats.org/officeDocument/2006/relationships/tags" Target="../tags/tag894.xml"/><Relationship Id="rId15" Type="http://schemas.openxmlformats.org/officeDocument/2006/relationships/tags" Target="../tags/tag904.xml"/><Relationship Id="rId10" Type="http://schemas.openxmlformats.org/officeDocument/2006/relationships/tags" Target="../tags/tag899.xml"/><Relationship Id="rId4" Type="http://schemas.openxmlformats.org/officeDocument/2006/relationships/tags" Target="../tags/tag893.xml"/><Relationship Id="rId9" Type="http://schemas.openxmlformats.org/officeDocument/2006/relationships/tags" Target="../tags/tag898.xml"/><Relationship Id="rId14" Type="http://schemas.openxmlformats.org/officeDocument/2006/relationships/tags" Target="../tags/tag903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tags" Target="../tags/tag913.xml"/><Relationship Id="rId13" Type="http://schemas.openxmlformats.org/officeDocument/2006/relationships/tags" Target="../tags/tag918.xml"/><Relationship Id="rId3" Type="http://schemas.openxmlformats.org/officeDocument/2006/relationships/tags" Target="../tags/tag908.xml"/><Relationship Id="rId7" Type="http://schemas.openxmlformats.org/officeDocument/2006/relationships/tags" Target="../tags/tag912.xml"/><Relationship Id="rId12" Type="http://schemas.openxmlformats.org/officeDocument/2006/relationships/tags" Target="../tags/tag917.xml"/><Relationship Id="rId2" Type="http://schemas.openxmlformats.org/officeDocument/2006/relationships/tags" Target="../tags/tag907.xml"/><Relationship Id="rId16" Type="http://schemas.openxmlformats.org/officeDocument/2006/relationships/notesSlide" Target="../notesSlides/notesSlide78.xml"/><Relationship Id="rId1" Type="http://schemas.openxmlformats.org/officeDocument/2006/relationships/tags" Target="../tags/tag906.xml"/><Relationship Id="rId6" Type="http://schemas.openxmlformats.org/officeDocument/2006/relationships/tags" Target="../tags/tag911.xml"/><Relationship Id="rId11" Type="http://schemas.openxmlformats.org/officeDocument/2006/relationships/tags" Target="../tags/tag916.xml"/><Relationship Id="rId5" Type="http://schemas.openxmlformats.org/officeDocument/2006/relationships/tags" Target="../tags/tag910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915.xml"/><Relationship Id="rId4" Type="http://schemas.openxmlformats.org/officeDocument/2006/relationships/tags" Target="../tags/tag909.xml"/><Relationship Id="rId9" Type="http://schemas.openxmlformats.org/officeDocument/2006/relationships/tags" Target="../tags/tag914.xml"/><Relationship Id="rId14" Type="http://schemas.openxmlformats.org/officeDocument/2006/relationships/tags" Target="../tags/tag919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tags" Target="../tags/tag927.xml"/><Relationship Id="rId13" Type="http://schemas.openxmlformats.org/officeDocument/2006/relationships/tags" Target="../tags/tag932.xml"/><Relationship Id="rId3" Type="http://schemas.openxmlformats.org/officeDocument/2006/relationships/tags" Target="../tags/tag922.xml"/><Relationship Id="rId7" Type="http://schemas.openxmlformats.org/officeDocument/2006/relationships/tags" Target="../tags/tag926.xml"/><Relationship Id="rId12" Type="http://schemas.openxmlformats.org/officeDocument/2006/relationships/tags" Target="../tags/tag931.xml"/><Relationship Id="rId17" Type="http://schemas.openxmlformats.org/officeDocument/2006/relationships/notesSlide" Target="../notesSlides/notesSlide79.xml"/><Relationship Id="rId2" Type="http://schemas.openxmlformats.org/officeDocument/2006/relationships/tags" Target="../tags/tag921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920.xml"/><Relationship Id="rId6" Type="http://schemas.openxmlformats.org/officeDocument/2006/relationships/tags" Target="../tags/tag925.xml"/><Relationship Id="rId11" Type="http://schemas.openxmlformats.org/officeDocument/2006/relationships/tags" Target="../tags/tag930.xml"/><Relationship Id="rId5" Type="http://schemas.openxmlformats.org/officeDocument/2006/relationships/tags" Target="../tags/tag924.xml"/><Relationship Id="rId15" Type="http://schemas.openxmlformats.org/officeDocument/2006/relationships/tags" Target="../tags/tag934.xml"/><Relationship Id="rId10" Type="http://schemas.openxmlformats.org/officeDocument/2006/relationships/tags" Target="../tags/tag929.xml"/><Relationship Id="rId4" Type="http://schemas.openxmlformats.org/officeDocument/2006/relationships/tags" Target="../tags/tag923.xml"/><Relationship Id="rId9" Type="http://schemas.openxmlformats.org/officeDocument/2006/relationships/tags" Target="../tags/tag928.xml"/><Relationship Id="rId14" Type="http://schemas.openxmlformats.org/officeDocument/2006/relationships/tags" Target="../tags/tag933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tags" Target="../tags/tag942.xml"/><Relationship Id="rId13" Type="http://schemas.openxmlformats.org/officeDocument/2006/relationships/tags" Target="../tags/tag947.xml"/><Relationship Id="rId18" Type="http://schemas.openxmlformats.org/officeDocument/2006/relationships/notesSlide" Target="../notesSlides/notesSlide80.xml"/><Relationship Id="rId3" Type="http://schemas.openxmlformats.org/officeDocument/2006/relationships/tags" Target="../tags/tag937.xml"/><Relationship Id="rId7" Type="http://schemas.openxmlformats.org/officeDocument/2006/relationships/tags" Target="../tags/tag941.xml"/><Relationship Id="rId12" Type="http://schemas.openxmlformats.org/officeDocument/2006/relationships/tags" Target="../tags/tag946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936.xml"/><Relationship Id="rId16" Type="http://schemas.openxmlformats.org/officeDocument/2006/relationships/tags" Target="../tags/tag950.xml"/><Relationship Id="rId1" Type="http://schemas.openxmlformats.org/officeDocument/2006/relationships/tags" Target="../tags/tag935.xml"/><Relationship Id="rId6" Type="http://schemas.openxmlformats.org/officeDocument/2006/relationships/tags" Target="../tags/tag940.xml"/><Relationship Id="rId11" Type="http://schemas.openxmlformats.org/officeDocument/2006/relationships/tags" Target="../tags/tag945.xml"/><Relationship Id="rId5" Type="http://schemas.openxmlformats.org/officeDocument/2006/relationships/tags" Target="../tags/tag939.xml"/><Relationship Id="rId15" Type="http://schemas.openxmlformats.org/officeDocument/2006/relationships/tags" Target="../tags/tag949.xml"/><Relationship Id="rId10" Type="http://schemas.openxmlformats.org/officeDocument/2006/relationships/tags" Target="../tags/tag944.xml"/><Relationship Id="rId4" Type="http://schemas.openxmlformats.org/officeDocument/2006/relationships/tags" Target="../tags/tag938.xml"/><Relationship Id="rId9" Type="http://schemas.openxmlformats.org/officeDocument/2006/relationships/tags" Target="../tags/tag943.xml"/><Relationship Id="rId14" Type="http://schemas.openxmlformats.org/officeDocument/2006/relationships/tags" Target="../tags/tag948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tags" Target="../tags/tag958.xml"/><Relationship Id="rId13" Type="http://schemas.openxmlformats.org/officeDocument/2006/relationships/tags" Target="../tags/tag963.xml"/><Relationship Id="rId3" Type="http://schemas.openxmlformats.org/officeDocument/2006/relationships/tags" Target="../tags/tag953.xml"/><Relationship Id="rId7" Type="http://schemas.openxmlformats.org/officeDocument/2006/relationships/tags" Target="../tags/tag957.xml"/><Relationship Id="rId12" Type="http://schemas.openxmlformats.org/officeDocument/2006/relationships/tags" Target="../tags/tag962.xml"/><Relationship Id="rId2" Type="http://schemas.openxmlformats.org/officeDocument/2006/relationships/tags" Target="../tags/tag952.xml"/><Relationship Id="rId16" Type="http://schemas.openxmlformats.org/officeDocument/2006/relationships/notesSlide" Target="../notesSlides/notesSlide81.xml"/><Relationship Id="rId1" Type="http://schemas.openxmlformats.org/officeDocument/2006/relationships/tags" Target="../tags/tag951.xml"/><Relationship Id="rId6" Type="http://schemas.openxmlformats.org/officeDocument/2006/relationships/tags" Target="../tags/tag956.xml"/><Relationship Id="rId11" Type="http://schemas.openxmlformats.org/officeDocument/2006/relationships/tags" Target="../tags/tag961.xml"/><Relationship Id="rId5" Type="http://schemas.openxmlformats.org/officeDocument/2006/relationships/tags" Target="../tags/tag955.xml"/><Relationship Id="rId15" Type="http://schemas.openxmlformats.org/officeDocument/2006/relationships/slideLayout" Target="../slideLayouts/slideLayout2.xml"/><Relationship Id="rId10" Type="http://schemas.openxmlformats.org/officeDocument/2006/relationships/tags" Target="../tags/tag960.xml"/><Relationship Id="rId4" Type="http://schemas.openxmlformats.org/officeDocument/2006/relationships/tags" Target="../tags/tag954.xml"/><Relationship Id="rId9" Type="http://schemas.openxmlformats.org/officeDocument/2006/relationships/tags" Target="../tags/tag959.xml"/><Relationship Id="rId14" Type="http://schemas.openxmlformats.org/officeDocument/2006/relationships/tags" Target="../tags/tag964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tags" Target="../tags/tag972.xml"/><Relationship Id="rId13" Type="http://schemas.openxmlformats.org/officeDocument/2006/relationships/tags" Target="../tags/tag977.xml"/><Relationship Id="rId3" Type="http://schemas.openxmlformats.org/officeDocument/2006/relationships/tags" Target="../tags/tag967.xml"/><Relationship Id="rId7" Type="http://schemas.openxmlformats.org/officeDocument/2006/relationships/tags" Target="../tags/tag971.xml"/><Relationship Id="rId12" Type="http://schemas.openxmlformats.org/officeDocument/2006/relationships/tags" Target="../tags/tag976.xml"/><Relationship Id="rId17" Type="http://schemas.openxmlformats.org/officeDocument/2006/relationships/notesSlide" Target="../notesSlides/notesSlide82.xml"/><Relationship Id="rId2" Type="http://schemas.openxmlformats.org/officeDocument/2006/relationships/tags" Target="../tags/tag96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965.xml"/><Relationship Id="rId6" Type="http://schemas.openxmlformats.org/officeDocument/2006/relationships/tags" Target="../tags/tag970.xml"/><Relationship Id="rId11" Type="http://schemas.openxmlformats.org/officeDocument/2006/relationships/tags" Target="../tags/tag975.xml"/><Relationship Id="rId5" Type="http://schemas.openxmlformats.org/officeDocument/2006/relationships/tags" Target="../tags/tag969.xml"/><Relationship Id="rId15" Type="http://schemas.openxmlformats.org/officeDocument/2006/relationships/tags" Target="../tags/tag979.xml"/><Relationship Id="rId10" Type="http://schemas.openxmlformats.org/officeDocument/2006/relationships/tags" Target="../tags/tag974.xml"/><Relationship Id="rId4" Type="http://schemas.openxmlformats.org/officeDocument/2006/relationships/tags" Target="../tags/tag968.xml"/><Relationship Id="rId9" Type="http://schemas.openxmlformats.org/officeDocument/2006/relationships/tags" Target="../tags/tag973.xml"/><Relationship Id="rId14" Type="http://schemas.openxmlformats.org/officeDocument/2006/relationships/tags" Target="../tags/tag978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987.xml"/><Relationship Id="rId13" Type="http://schemas.openxmlformats.org/officeDocument/2006/relationships/tags" Target="../tags/tag992.xml"/><Relationship Id="rId18" Type="http://schemas.openxmlformats.org/officeDocument/2006/relationships/notesSlide" Target="../notesSlides/notesSlide83.xml"/><Relationship Id="rId3" Type="http://schemas.openxmlformats.org/officeDocument/2006/relationships/tags" Target="../tags/tag982.xml"/><Relationship Id="rId7" Type="http://schemas.openxmlformats.org/officeDocument/2006/relationships/tags" Target="../tags/tag986.xml"/><Relationship Id="rId12" Type="http://schemas.openxmlformats.org/officeDocument/2006/relationships/tags" Target="../tags/tag991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981.xml"/><Relationship Id="rId16" Type="http://schemas.openxmlformats.org/officeDocument/2006/relationships/tags" Target="../tags/tag995.xml"/><Relationship Id="rId1" Type="http://schemas.openxmlformats.org/officeDocument/2006/relationships/tags" Target="../tags/tag980.xml"/><Relationship Id="rId6" Type="http://schemas.openxmlformats.org/officeDocument/2006/relationships/tags" Target="../tags/tag985.xml"/><Relationship Id="rId11" Type="http://schemas.openxmlformats.org/officeDocument/2006/relationships/tags" Target="../tags/tag990.xml"/><Relationship Id="rId5" Type="http://schemas.openxmlformats.org/officeDocument/2006/relationships/tags" Target="../tags/tag984.xml"/><Relationship Id="rId15" Type="http://schemas.openxmlformats.org/officeDocument/2006/relationships/tags" Target="../tags/tag994.xml"/><Relationship Id="rId10" Type="http://schemas.openxmlformats.org/officeDocument/2006/relationships/tags" Target="../tags/tag989.xml"/><Relationship Id="rId4" Type="http://schemas.openxmlformats.org/officeDocument/2006/relationships/tags" Target="../tags/tag983.xml"/><Relationship Id="rId9" Type="http://schemas.openxmlformats.org/officeDocument/2006/relationships/tags" Target="../tags/tag988.xml"/><Relationship Id="rId14" Type="http://schemas.openxmlformats.org/officeDocument/2006/relationships/tags" Target="../tags/tag99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96.xml"/><Relationship Id="rId4" Type="http://schemas.openxmlformats.org/officeDocument/2006/relationships/image" Target="../media/image11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97.xml"/><Relationship Id="rId4" Type="http://schemas.openxmlformats.org/officeDocument/2006/relationships/image" Target="../media/image12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98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tags" Target="../tags/tag1001.xml"/><Relationship Id="rId7" Type="http://schemas.openxmlformats.org/officeDocument/2006/relationships/notesSlide" Target="../notesSlides/notesSlide87.xml"/><Relationship Id="rId2" Type="http://schemas.openxmlformats.org/officeDocument/2006/relationships/tags" Target="../tags/tag1000.xml"/><Relationship Id="rId1" Type="http://schemas.openxmlformats.org/officeDocument/2006/relationships/tags" Target="../tags/tag999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03.xml"/><Relationship Id="rId4" Type="http://schemas.openxmlformats.org/officeDocument/2006/relationships/tags" Target="../tags/tag1002.xml"/><Relationship Id="rId9" Type="http://schemas.openxmlformats.org/officeDocument/2006/relationships/image" Target="../media/image11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tags" Target="../tags/tag1006.xml"/><Relationship Id="rId7" Type="http://schemas.openxmlformats.org/officeDocument/2006/relationships/notesSlide" Target="../notesSlides/notesSlide88.xml"/><Relationship Id="rId2" Type="http://schemas.openxmlformats.org/officeDocument/2006/relationships/tags" Target="../tags/tag1005.xml"/><Relationship Id="rId1" Type="http://schemas.openxmlformats.org/officeDocument/2006/relationships/tags" Target="../tags/tag1004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08.xml"/><Relationship Id="rId4" Type="http://schemas.openxmlformats.org/officeDocument/2006/relationships/tags" Target="../tags/tag1007.xml"/><Relationship Id="rId9" Type="http://schemas.openxmlformats.org/officeDocument/2006/relationships/image" Target="../media/image11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tags" Target="../tags/tag1011.xml"/><Relationship Id="rId7" Type="http://schemas.openxmlformats.org/officeDocument/2006/relationships/notesSlide" Target="../notesSlides/notesSlide89.xml"/><Relationship Id="rId2" Type="http://schemas.openxmlformats.org/officeDocument/2006/relationships/tags" Target="../tags/tag1010.xml"/><Relationship Id="rId1" Type="http://schemas.openxmlformats.org/officeDocument/2006/relationships/tags" Target="../tags/tag1009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13.xml"/><Relationship Id="rId4" Type="http://schemas.openxmlformats.org/officeDocument/2006/relationships/tags" Target="../tags/tag1012.xml"/><Relationship Id="rId9" Type="http://schemas.openxmlformats.org/officeDocument/2006/relationships/image" Target="../media/image11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14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15.xml"/><Relationship Id="rId4" Type="http://schemas.openxmlformats.org/officeDocument/2006/relationships/image" Target="../media/image13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16.xml"/><Relationship Id="rId4" Type="http://schemas.openxmlformats.org/officeDocument/2006/relationships/image" Target="../media/image14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tags" Target="../tags/tag1019.xml"/><Relationship Id="rId2" Type="http://schemas.openxmlformats.org/officeDocument/2006/relationships/tags" Target="../tags/tag1018.xml"/><Relationship Id="rId1" Type="http://schemas.openxmlformats.org/officeDocument/2006/relationships/tags" Target="../tags/tag1017.xml"/><Relationship Id="rId6" Type="http://schemas.openxmlformats.org/officeDocument/2006/relationships/image" Target="../media/image14.png"/><Relationship Id="rId5" Type="http://schemas.openxmlformats.org/officeDocument/2006/relationships/notesSlide" Target="../notesSlides/notesSlide93.xml"/><Relationship Id="rId4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tags" Target="../tags/tag1022.xml"/><Relationship Id="rId7" Type="http://schemas.openxmlformats.org/officeDocument/2006/relationships/image" Target="../media/image14.png"/><Relationship Id="rId2" Type="http://schemas.openxmlformats.org/officeDocument/2006/relationships/tags" Target="../tags/tag1021.xml"/><Relationship Id="rId1" Type="http://schemas.openxmlformats.org/officeDocument/2006/relationships/tags" Target="../tags/tag1020.xml"/><Relationship Id="rId6" Type="http://schemas.openxmlformats.org/officeDocument/2006/relationships/notesSlide" Target="../notesSlides/notesSlide94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2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tags" Target="../tags/tag1026.xml"/><Relationship Id="rId7" Type="http://schemas.openxmlformats.org/officeDocument/2006/relationships/image" Target="../media/image14.png"/><Relationship Id="rId2" Type="http://schemas.openxmlformats.org/officeDocument/2006/relationships/tags" Target="../tags/tag1025.xml"/><Relationship Id="rId1" Type="http://schemas.openxmlformats.org/officeDocument/2006/relationships/tags" Target="../tags/tag1024.xml"/><Relationship Id="rId6" Type="http://schemas.openxmlformats.org/officeDocument/2006/relationships/notesSlide" Target="../notesSlides/notesSlide95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27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tags" Target="../tags/tag1030.xml"/><Relationship Id="rId7" Type="http://schemas.openxmlformats.org/officeDocument/2006/relationships/notesSlide" Target="../notesSlides/notesSlide96.xml"/><Relationship Id="rId2" Type="http://schemas.openxmlformats.org/officeDocument/2006/relationships/tags" Target="../tags/tag1029.xml"/><Relationship Id="rId1" Type="http://schemas.openxmlformats.org/officeDocument/2006/relationships/tags" Target="../tags/tag1028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32.xml"/><Relationship Id="rId4" Type="http://schemas.openxmlformats.org/officeDocument/2006/relationships/tags" Target="../tags/tag103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tags" Target="../tags/tag1035.xml"/><Relationship Id="rId7" Type="http://schemas.openxmlformats.org/officeDocument/2006/relationships/image" Target="../media/image14.png"/><Relationship Id="rId2" Type="http://schemas.openxmlformats.org/officeDocument/2006/relationships/tags" Target="../tags/tag1034.xml"/><Relationship Id="rId1" Type="http://schemas.openxmlformats.org/officeDocument/2006/relationships/tags" Target="../tags/tag1033.xml"/><Relationship Id="rId6" Type="http://schemas.openxmlformats.org/officeDocument/2006/relationships/notesSlide" Target="../notesSlides/notesSlide97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036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tags" Target="../tags/tag1039.xml"/><Relationship Id="rId7" Type="http://schemas.openxmlformats.org/officeDocument/2006/relationships/notesSlide" Target="../notesSlides/notesSlide98.xml"/><Relationship Id="rId2" Type="http://schemas.openxmlformats.org/officeDocument/2006/relationships/tags" Target="../tags/tag1038.xml"/><Relationship Id="rId1" Type="http://schemas.openxmlformats.org/officeDocument/2006/relationships/tags" Target="../tags/tag1037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41.xml"/><Relationship Id="rId4" Type="http://schemas.openxmlformats.org/officeDocument/2006/relationships/tags" Target="../tags/tag1040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tags" Target="../tags/tag1044.xml"/><Relationship Id="rId7" Type="http://schemas.openxmlformats.org/officeDocument/2006/relationships/notesSlide" Target="../notesSlides/notesSlide99.xml"/><Relationship Id="rId2" Type="http://schemas.openxmlformats.org/officeDocument/2006/relationships/tags" Target="../tags/tag1043.xml"/><Relationship Id="rId1" Type="http://schemas.openxmlformats.org/officeDocument/2006/relationships/tags" Target="../tags/tag104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46.xml"/><Relationship Id="rId4" Type="http://schemas.openxmlformats.org/officeDocument/2006/relationships/tags" Target="../tags/tag1045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0.xml"/><Relationship Id="rId3" Type="http://schemas.openxmlformats.org/officeDocument/2006/relationships/tags" Target="../tags/tag1049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1048.xml"/><Relationship Id="rId1" Type="http://schemas.openxmlformats.org/officeDocument/2006/relationships/tags" Target="../tags/tag1047.xml"/><Relationship Id="rId6" Type="http://schemas.openxmlformats.org/officeDocument/2006/relationships/tags" Target="../tags/tag1052.xml"/><Relationship Id="rId5" Type="http://schemas.openxmlformats.org/officeDocument/2006/relationships/tags" Target="../tags/tag1051.xml"/><Relationship Id="rId4" Type="http://schemas.openxmlformats.org/officeDocument/2006/relationships/tags" Target="../tags/tag1050.xml"/><Relationship Id="rId9" Type="http://schemas.openxmlformats.org/officeDocument/2006/relationships/image" Target="../media/image14.pn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53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tags" Target="../tags/tag1061.xml"/><Relationship Id="rId13" Type="http://schemas.openxmlformats.org/officeDocument/2006/relationships/slideLayout" Target="../slideLayouts/slideLayout2.xml"/><Relationship Id="rId18" Type="http://schemas.openxmlformats.org/officeDocument/2006/relationships/image" Target="../media/image17.png"/><Relationship Id="rId3" Type="http://schemas.openxmlformats.org/officeDocument/2006/relationships/tags" Target="../tags/tag1056.xml"/><Relationship Id="rId7" Type="http://schemas.openxmlformats.org/officeDocument/2006/relationships/tags" Target="../tags/tag1060.xml"/><Relationship Id="rId12" Type="http://schemas.openxmlformats.org/officeDocument/2006/relationships/tags" Target="../tags/tag1065.xml"/><Relationship Id="rId17" Type="http://schemas.openxmlformats.org/officeDocument/2006/relationships/image" Target="../media/image8.png"/><Relationship Id="rId2" Type="http://schemas.openxmlformats.org/officeDocument/2006/relationships/tags" Target="../tags/tag1055.xml"/><Relationship Id="rId16" Type="http://schemas.openxmlformats.org/officeDocument/2006/relationships/image" Target="../media/image16.png"/><Relationship Id="rId1" Type="http://schemas.openxmlformats.org/officeDocument/2006/relationships/tags" Target="../tags/tag1054.xml"/><Relationship Id="rId6" Type="http://schemas.openxmlformats.org/officeDocument/2006/relationships/tags" Target="../tags/tag1059.xml"/><Relationship Id="rId11" Type="http://schemas.openxmlformats.org/officeDocument/2006/relationships/tags" Target="../tags/tag1064.xml"/><Relationship Id="rId5" Type="http://schemas.openxmlformats.org/officeDocument/2006/relationships/tags" Target="../tags/tag1058.xml"/><Relationship Id="rId15" Type="http://schemas.openxmlformats.org/officeDocument/2006/relationships/image" Target="../media/image15.png"/><Relationship Id="rId10" Type="http://schemas.openxmlformats.org/officeDocument/2006/relationships/tags" Target="../tags/tag1063.xml"/><Relationship Id="rId19" Type="http://schemas.openxmlformats.org/officeDocument/2006/relationships/image" Target="../media/image18.jpeg"/><Relationship Id="rId4" Type="http://schemas.openxmlformats.org/officeDocument/2006/relationships/tags" Target="../tags/tag1057.xml"/><Relationship Id="rId9" Type="http://schemas.openxmlformats.org/officeDocument/2006/relationships/tags" Target="../tags/tag1062.xml"/><Relationship Id="rId14" Type="http://schemas.openxmlformats.org/officeDocument/2006/relationships/notesSlide" Target="../notesSlides/notesSlide102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tags" Target="../tags/tag1073.xml"/><Relationship Id="rId13" Type="http://schemas.openxmlformats.org/officeDocument/2006/relationships/tags" Target="../tags/tag1078.xml"/><Relationship Id="rId18" Type="http://schemas.openxmlformats.org/officeDocument/2006/relationships/image" Target="../media/image8.png"/><Relationship Id="rId3" Type="http://schemas.openxmlformats.org/officeDocument/2006/relationships/tags" Target="../tags/tag1068.xml"/><Relationship Id="rId7" Type="http://schemas.openxmlformats.org/officeDocument/2006/relationships/tags" Target="../tags/tag1072.xml"/><Relationship Id="rId12" Type="http://schemas.openxmlformats.org/officeDocument/2006/relationships/tags" Target="../tags/tag1077.xml"/><Relationship Id="rId17" Type="http://schemas.openxmlformats.org/officeDocument/2006/relationships/image" Target="../media/image16.png"/><Relationship Id="rId2" Type="http://schemas.openxmlformats.org/officeDocument/2006/relationships/tags" Target="../tags/tag1067.xml"/><Relationship Id="rId16" Type="http://schemas.openxmlformats.org/officeDocument/2006/relationships/image" Target="../media/image15.png"/><Relationship Id="rId20" Type="http://schemas.openxmlformats.org/officeDocument/2006/relationships/image" Target="../media/image18.jpeg"/><Relationship Id="rId1" Type="http://schemas.openxmlformats.org/officeDocument/2006/relationships/tags" Target="../tags/tag1066.xml"/><Relationship Id="rId6" Type="http://schemas.openxmlformats.org/officeDocument/2006/relationships/tags" Target="../tags/tag1071.xml"/><Relationship Id="rId11" Type="http://schemas.openxmlformats.org/officeDocument/2006/relationships/tags" Target="../tags/tag1076.xml"/><Relationship Id="rId5" Type="http://schemas.openxmlformats.org/officeDocument/2006/relationships/tags" Target="../tags/tag1070.xml"/><Relationship Id="rId15" Type="http://schemas.openxmlformats.org/officeDocument/2006/relationships/notesSlide" Target="../notesSlides/notesSlide103.xml"/><Relationship Id="rId10" Type="http://schemas.openxmlformats.org/officeDocument/2006/relationships/tags" Target="../tags/tag1075.xml"/><Relationship Id="rId19" Type="http://schemas.openxmlformats.org/officeDocument/2006/relationships/image" Target="../media/image17.png"/><Relationship Id="rId4" Type="http://schemas.openxmlformats.org/officeDocument/2006/relationships/tags" Target="../tags/tag1069.xml"/><Relationship Id="rId9" Type="http://schemas.openxmlformats.org/officeDocument/2006/relationships/tags" Target="../tags/tag1074.xml"/><Relationship Id="rId14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tags" Target="../tags/tag1086.xml"/><Relationship Id="rId13" Type="http://schemas.openxmlformats.org/officeDocument/2006/relationships/tags" Target="../tags/tag1091.xml"/><Relationship Id="rId18" Type="http://schemas.openxmlformats.org/officeDocument/2006/relationships/tags" Target="../tags/tag1096.xml"/><Relationship Id="rId3" Type="http://schemas.openxmlformats.org/officeDocument/2006/relationships/tags" Target="../tags/tag1081.xml"/><Relationship Id="rId21" Type="http://schemas.openxmlformats.org/officeDocument/2006/relationships/image" Target="../media/image15.png"/><Relationship Id="rId7" Type="http://schemas.openxmlformats.org/officeDocument/2006/relationships/tags" Target="../tags/tag1085.xml"/><Relationship Id="rId12" Type="http://schemas.openxmlformats.org/officeDocument/2006/relationships/tags" Target="../tags/tag1090.xml"/><Relationship Id="rId17" Type="http://schemas.openxmlformats.org/officeDocument/2006/relationships/tags" Target="../tags/tag1095.xml"/><Relationship Id="rId25" Type="http://schemas.openxmlformats.org/officeDocument/2006/relationships/image" Target="../media/image18.jpeg"/><Relationship Id="rId2" Type="http://schemas.openxmlformats.org/officeDocument/2006/relationships/tags" Target="../tags/tag1080.xml"/><Relationship Id="rId16" Type="http://schemas.openxmlformats.org/officeDocument/2006/relationships/tags" Target="../tags/tag1094.xml"/><Relationship Id="rId20" Type="http://schemas.openxmlformats.org/officeDocument/2006/relationships/notesSlide" Target="../notesSlides/notesSlide104.xml"/><Relationship Id="rId1" Type="http://schemas.openxmlformats.org/officeDocument/2006/relationships/tags" Target="../tags/tag1079.xml"/><Relationship Id="rId6" Type="http://schemas.openxmlformats.org/officeDocument/2006/relationships/tags" Target="../tags/tag1084.xml"/><Relationship Id="rId11" Type="http://schemas.openxmlformats.org/officeDocument/2006/relationships/tags" Target="../tags/tag1089.xml"/><Relationship Id="rId24" Type="http://schemas.openxmlformats.org/officeDocument/2006/relationships/image" Target="../media/image17.png"/><Relationship Id="rId5" Type="http://schemas.openxmlformats.org/officeDocument/2006/relationships/tags" Target="../tags/tag1083.xml"/><Relationship Id="rId15" Type="http://schemas.openxmlformats.org/officeDocument/2006/relationships/tags" Target="../tags/tag1093.xml"/><Relationship Id="rId23" Type="http://schemas.openxmlformats.org/officeDocument/2006/relationships/image" Target="../media/image8.png"/><Relationship Id="rId10" Type="http://schemas.openxmlformats.org/officeDocument/2006/relationships/tags" Target="../tags/tag1088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1082.xml"/><Relationship Id="rId9" Type="http://schemas.openxmlformats.org/officeDocument/2006/relationships/tags" Target="../tags/tag1087.xml"/><Relationship Id="rId14" Type="http://schemas.openxmlformats.org/officeDocument/2006/relationships/tags" Target="../tags/tag1092.xml"/><Relationship Id="rId22" Type="http://schemas.openxmlformats.org/officeDocument/2006/relationships/image" Target="../media/image16.pn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tags" Target="../tags/tag1104.xml"/><Relationship Id="rId13" Type="http://schemas.openxmlformats.org/officeDocument/2006/relationships/tags" Target="../tags/tag1109.xml"/><Relationship Id="rId18" Type="http://schemas.openxmlformats.org/officeDocument/2006/relationships/tags" Target="../tags/tag1114.xml"/><Relationship Id="rId26" Type="http://schemas.openxmlformats.org/officeDocument/2006/relationships/image" Target="../media/image17.png"/><Relationship Id="rId3" Type="http://schemas.openxmlformats.org/officeDocument/2006/relationships/tags" Target="../tags/tag1099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103.xml"/><Relationship Id="rId12" Type="http://schemas.openxmlformats.org/officeDocument/2006/relationships/tags" Target="../tags/tag1108.xml"/><Relationship Id="rId17" Type="http://schemas.openxmlformats.org/officeDocument/2006/relationships/tags" Target="../tags/tag1113.xml"/><Relationship Id="rId25" Type="http://schemas.openxmlformats.org/officeDocument/2006/relationships/image" Target="../media/image8.png"/><Relationship Id="rId2" Type="http://schemas.openxmlformats.org/officeDocument/2006/relationships/tags" Target="../tags/tag1098.xml"/><Relationship Id="rId16" Type="http://schemas.openxmlformats.org/officeDocument/2006/relationships/tags" Target="../tags/tag1112.xml"/><Relationship Id="rId20" Type="http://schemas.openxmlformats.org/officeDocument/2006/relationships/tags" Target="../tags/tag1116.xml"/><Relationship Id="rId1" Type="http://schemas.openxmlformats.org/officeDocument/2006/relationships/tags" Target="../tags/tag1097.xml"/><Relationship Id="rId6" Type="http://schemas.openxmlformats.org/officeDocument/2006/relationships/tags" Target="../tags/tag1102.xml"/><Relationship Id="rId11" Type="http://schemas.openxmlformats.org/officeDocument/2006/relationships/tags" Target="../tags/tag1107.xml"/><Relationship Id="rId24" Type="http://schemas.openxmlformats.org/officeDocument/2006/relationships/image" Target="../media/image16.png"/><Relationship Id="rId5" Type="http://schemas.openxmlformats.org/officeDocument/2006/relationships/tags" Target="../tags/tag1101.xml"/><Relationship Id="rId15" Type="http://schemas.openxmlformats.org/officeDocument/2006/relationships/tags" Target="../tags/tag1111.xml"/><Relationship Id="rId23" Type="http://schemas.openxmlformats.org/officeDocument/2006/relationships/image" Target="../media/image15.png"/><Relationship Id="rId10" Type="http://schemas.openxmlformats.org/officeDocument/2006/relationships/tags" Target="../tags/tag1106.xml"/><Relationship Id="rId19" Type="http://schemas.openxmlformats.org/officeDocument/2006/relationships/tags" Target="../tags/tag1115.xml"/><Relationship Id="rId4" Type="http://schemas.openxmlformats.org/officeDocument/2006/relationships/tags" Target="../tags/tag1100.xml"/><Relationship Id="rId9" Type="http://schemas.openxmlformats.org/officeDocument/2006/relationships/tags" Target="../tags/tag1105.xml"/><Relationship Id="rId14" Type="http://schemas.openxmlformats.org/officeDocument/2006/relationships/tags" Target="../tags/tag1110.xml"/><Relationship Id="rId22" Type="http://schemas.openxmlformats.org/officeDocument/2006/relationships/notesSlide" Target="../notesSlides/notesSlide105.xml"/><Relationship Id="rId27" Type="http://schemas.openxmlformats.org/officeDocument/2006/relationships/image" Target="../media/image18.jpe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tags" Target="../tags/tag1124.xml"/><Relationship Id="rId13" Type="http://schemas.openxmlformats.org/officeDocument/2006/relationships/tags" Target="../tags/tag1129.xml"/><Relationship Id="rId18" Type="http://schemas.openxmlformats.org/officeDocument/2006/relationships/tags" Target="../tags/tag1134.xml"/><Relationship Id="rId26" Type="http://schemas.openxmlformats.org/officeDocument/2006/relationships/image" Target="../media/image8.png"/><Relationship Id="rId3" Type="http://schemas.openxmlformats.org/officeDocument/2006/relationships/tags" Target="../tags/tag1119.xml"/><Relationship Id="rId21" Type="http://schemas.openxmlformats.org/officeDocument/2006/relationships/tags" Target="../tags/tag1137.xml"/><Relationship Id="rId7" Type="http://schemas.openxmlformats.org/officeDocument/2006/relationships/tags" Target="../tags/tag1123.xml"/><Relationship Id="rId12" Type="http://schemas.openxmlformats.org/officeDocument/2006/relationships/tags" Target="../tags/tag1128.xml"/><Relationship Id="rId17" Type="http://schemas.openxmlformats.org/officeDocument/2006/relationships/tags" Target="../tags/tag1133.xml"/><Relationship Id="rId25" Type="http://schemas.openxmlformats.org/officeDocument/2006/relationships/image" Target="../media/image16.png"/><Relationship Id="rId2" Type="http://schemas.openxmlformats.org/officeDocument/2006/relationships/tags" Target="../tags/tag1118.xml"/><Relationship Id="rId16" Type="http://schemas.openxmlformats.org/officeDocument/2006/relationships/tags" Target="../tags/tag1132.xml"/><Relationship Id="rId20" Type="http://schemas.openxmlformats.org/officeDocument/2006/relationships/tags" Target="../tags/tag1136.xml"/><Relationship Id="rId1" Type="http://schemas.openxmlformats.org/officeDocument/2006/relationships/tags" Target="../tags/tag1117.xml"/><Relationship Id="rId6" Type="http://schemas.openxmlformats.org/officeDocument/2006/relationships/tags" Target="../tags/tag1122.xml"/><Relationship Id="rId11" Type="http://schemas.openxmlformats.org/officeDocument/2006/relationships/tags" Target="../tags/tag1127.xml"/><Relationship Id="rId24" Type="http://schemas.openxmlformats.org/officeDocument/2006/relationships/image" Target="../media/image15.png"/><Relationship Id="rId5" Type="http://schemas.openxmlformats.org/officeDocument/2006/relationships/tags" Target="../tags/tag1121.xml"/><Relationship Id="rId15" Type="http://schemas.openxmlformats.org/officeDocument/2006/relationships/tags" Target="../tags/tag1131.xml"/><Relationship Id="rId23" Type="http://schemas.openxmlformats.org/officeDocument/2006/relationships/notesSlide" Target="../notesSlides/notesSlide106.xml"/><Relationship Id="rId28" Type="http://schemas.openxmlformats.org/officeDocument/2006/relationships/image" Target="../media/image18.jpeg"/><Relationship Id="rId10" Type="http://schemas.openxmlformats.org/officeDocument/2006/relationships/tags" Target="../tags/tag1126.xml"/><Relationship Id="rId19" Type="http://schemas.openxmlformats.org/officeDocument/2006/relationships/tags" Target="../tags/tag1135.xml"/><Relationship Id="rId4" Type="http://schemas.openxmlformats.org/officeDocument/2006/relationships/tags" Target="../tags/tag1120.xml"/><Relationship Id="rId9" Type="http://schemas.openxmlformats.org/officeDocument/2006/relationships/tags" Target="../tags/tag1125.xml"/><Relationship Id="rId14" Type="http://schemas.openxmlformats.org/officeDocument/2006/relationships/tags" Target="../tags/tag1130.xml"/><Relationship Id="rId22" Type="http://schemas.openxmlformats.org/officeDocument/2006/relationships/slideLayout" Target="../slideLayouts/slideLayout2.xml"/><Relationship Id="rId27" Type="http://schemas.openxmlformats.org/officeDocument/2006/relationships/image" Target="../media/image17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38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39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40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41.xml"/><Relationship Id="rId4" Type="http://schemas.openxmlformats.org/officeDocument/2006/relationships/image" Target="../media/image19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42.xml"/><Relationship Id="rId5" Type="http://schemas.openxmlformats.org/officeDocument/2006/relationships/hyperlink" Target="http://www.yahoo.com/" TargetMode="External"/><Relationship Id="rId4" Type="http://schemas.openxmlformats.org/officeDocument/2006/relationships/hyperlink" Target="http://www.evil.org/" TargetMode="Externa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tags" Target="../tags/tag1150.xml"/><Relationship Id="rId13" Type="http://schemas.openxmlformats.org/officeDocument/2006/relationships/tags" Target="../tags/tag1155.xml"/><Relationship Id="rId18" Type="http://schemas.openxmlformats.org/officeDocument/2006/relationships/image" Target="../media/image15.png"/><Relationship Id="rId3" Type="http://schemas.openxmlformats.org/officeDocument/2006/relationships/tags" Target="../tags/tag1145.xml"/><Relationship Id="rId21" Type="http://schemas.openxmlformats.org/officeDocument/2006/relationships/image" Target="../media/image17.png"/><Relationship Id="rId7" Type="http://schemas.openxmlformats.org/officeDocument/2006/relationships/tags" Target="../tags/tag1149.xml"/><Relationship Id="rId12" Type="http://schemas.openxmlformats.org/officeDocument/2006/relationships/tags" Target="../tags/tag1154.xml"/><Relationship Id="rId17" Type="http://schemas.openxmlformats.org/officeDocument/2006/relationships/notesSlide" Target="../notesSlides/notesSlide112.xml"/><Relationship Id="rId2" Type="http://schemas.openxmlformats.org/officeDocument/2006/relationships/tags" Target="../tags/tag1144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8.png"/><Relationship Id="rId1" Type="http://schemas.openxmlformats.org/officeDocument/2006/relationships/tags" Target="../tags/tag1143.xml"/><Relationship Id="rId6" Type="http://schemas.openxmlformats.org/officeDocument/2006/relationships/tags" Target="../tags/tag1148.xml"/><Relationship Id="rId11" Type="http://schemas.openxmlformats.org/officeDocument/2006/relationships/tags" Target="../tags/tag1153.xml"/><Relationship Id="rId5" Type="http://schemas.openxmlformats.org/officeDocument/2006/relationships/tags" Target="../tags/tag1147.xml"/><Relationship Id="rId15" Type="http://schemas.openxmlformats.org/officeDocument/2006/relationships/tags" Target="../tags/tag1157.xml"/><Relationship Id="rId23" Type="http://schemas.openxmlformats.org/officeDocument/2006/relationships/image" Target="../media/image20.png"/><Relationship Id="rId10" Type="http://schemas.openxmlformats.org/officeDocument/2006/relationships/tags" Target="../tags/tag1152.xml"/><Relationship Id="rId19" Type="http://schemas.openxmlformats.org/officeDocument/2006/relationships/image" Target="../media/image16.png"/><Relationship Id="rId4" Type="http://schemas.openxmlformats.org/officeDocument/2006/relationships/tags" Target="../tags/tag1146.xml"/><Relationship Id="rId9" Type="http://schemas.openxmlformats.org/officeDocument/2006/relationships/tags" Target="../tags/tag1151.xml"/><Relationship Id="rId14" Type="http://schemas.openxmlformats.org/officeDocument/2006/relationships/tags" Target="../tags/tag1156.xml"/><Relationship Id="rId22" Type="http://schemas.openxmlformats.org/officeDocument/2006/relationships/image" Target="../media/image18.jpe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tags" Target="../tags/tag1165.xml"/><Relationship Id="rId13" Type="http://schemas.openxmlformats.org/officeDocument/2006/relationships/tags" Target="../tags/tag1170.xml"/><Relationship Id="rId18" Type="http://schemas.openxmlformats.org/officeDocument/2006/relationships/notesSlide" Target="../notesSlides/notesSlide113.xml"/><Relationship Id="rId3" Type="http://schemas.openxmlformats.org/officeDocument/2006/relationships/tags" Target="../tags/tag1160.xml"/><Relationship Id="rId21" Type="http://schemas.openxmlformats.org/officeDocument/2006/relationships/image" Target="../media/image8.png"/><Relationship Id="rId7" Type="http://schemas.openxmlformats.org/officeDocument/2006/relationships/tags" Target="../tags/tag1164.xml"/><Relationship Id="rId12" Type="http://schemas.openxmlformats.org/officeDocument/2006/relationships/tags" Target="../tags/tag1169.xml"/><Relationship Id="rId17" Type="http://schemas.openxmlformats.org/officeDocument/2006/relationships/slideLayout" Target="../slideLayouts/slideLayout2.xml"/><Relationship Id="rId2" Type="http://schemas.openxmlformats.org/officeDocument/2006/relationships/tags" Target="../tags/tag1159.xml"/><Relationship Id="rId16" Type="http://schemas.openxmlformats.org/officeDocument/2006/relationships/tags" Target="../tags/tag1173.xml"/><Relationship Id="rId20" Type="http://schemas.openxmlformats.org/officeDocument/2006/relationships/image" Target="../media/image16.png"/><Relationship Id="rId1" Type="http://schemas.openxmlformats.org/officeDocument/2006/relationships/tags" Target="../tags/tag1158.xml"/><Relationship Id="rId6" Type="http://schemas.openxmlformats.org/officeDocument/2006/relationships/tags" Target="../tags/tag1163.xml"/><Relationship Id="rId11" Type="http://schemas.openxmlformats.org/officeDocument/2006/relationships/tags" Target="../tags/tag1168.xml"/><Relationship Id="rId24" Type="http://schemas.openxmlformats.org/officeDocument/2006/relationships/image" Target="../media/image20.png"/><Relationship Id="rId5" Type="http://schemas.openxmlformats.org/officeDocument/2006/relationships/tags" Target="../tags/tag1162.xml"/><Relationship Id="rId15" Type="http://schemas.openxmlformats.org/officeDocument/2006/relationships/tags" Target="../tags/tag1172.xml"/><Relationship Id="rId23" Type="http://schemas.openxmlformats.org/officeDocument/2006/relationships/image" Target="../media/image18.jpeg"/><Relationship Id="rId10" Type="http://schemas.openxmlformats.org/officeDocument/2006/relationships/tags" Target="../tags/tag1167.xml"/><Relationship Id="rId19" Type="http://schemas.openxmlformats.org/officeDocument/2006/relationships/image" Target="../media/image15.png"/><Relationship Id="rId4" Type="http://schemas.openxmlformats.org/officeDocument/2006/relationships/tags" Target="../tags/tag1161.xml"/><Relationship Id="rId9" Type="http://schemas.openxmlformats.org/officeDocument/2006/relationships/tags" Target="../tags/tag1166.xml"/><Relationship Id="rId14" Type="http://schemas.openxmlformats.org/officeDocument/2006/relationships/tags" Target="../tags/tag1171.xml"/><Relationship Id="rId22" Type="http://schemas.openxmlformats.org/officeDocument/2006/relationships/image" Target="../media/image17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tags" Target="../tags/tag1181.xml"/><Relationship Id="rId13" Type="http://schemas.openxmlformats.org/officeDocument/2006/relationships/tags" Target="../tags/tag1186.xml"/><Relationship Id="rId18" Type="http://schemas.openxmlformats.org/officeDocument/2006/relationships/tags" Target="../tags/tag1191.xml"/><Relationship Id="rId26" Type="http://schemas.openxmlformats.org/officeDocument/2006/relationships/image" Target="../media/image17.png"/><Relationship Id="rId3" Type="http://schemas.openxmlformats.org/officeDocument/2006/relationships/tags" Target="../tags/tag1176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180.xml"/><Relationship Id="rId12" Type="http://schemas.openxmlformats.org/officeDocument/2006/relationships/tags" Target="../tags/tag1185.xml"/><Relationship Id="rId17" Type="http://schemas.openxmlformats.org/officeDocument/2006/relationships/tags" Target="../tags/tag1190.xml"/><Relationship Id="rId25" Type="http://schemas.openxmlformats.org/officeDocument/2006/relationships/image" Target="../media/image8.png"/><Relationship Id="rId2" Type="http://schemas.openxmlformats.org/officeDocument/2006/relationships/tags" Target="../tags/tag1175.xml"/><Relationship Id="rId16" Type="http://schemas.openxmlformats.org/officeDocument/2006/relationships/tags" Target="../tags/tag1189.xml"/><Relationship Id="rId20" Type="http://schemas.openxmlformats.org/officeDocument/2006/relationships/tags" Target="../tags/tag1193.xml"/><Relationship Id="rId1" Type="http://schemas.openxmlformats.org/officeDocument/2006/relationships/tags" Target="../tags/tag1174.xml"/><Relationship Id="rId6" Type="http://schemas.openxmlformats.org/officeDocument/2006/relationships/tags" Target="../tags/tag1179.xml"/><Relationship Id="rId11" Type="http://schemas.openxmlformats.org/officeDocument/2006/relationships/tags" Target="../tags/tag1184.xml"/><Relationship Id="rId24" Type="http://schemas.openxmlformats.org/officeDocument/2006/relationships/image" Target="../media/image16.png"/><Relationship Id="rId5" Type="http://schemas.openxmlformats.org/officeDocument/2006/relationships/tags" Target="../tags/tag1178.xml"/><Relationship Id="rId15" Type="http://schemas.openxmlformats.org/officeDocument/2006/relationships/tags" Target="../tags/tag1188.xml"/><Relationship Id="rId23" Type="http://schemas.openxmlformats.org/officeDocument/2006/relationships/image" Target="../media/image15.png"/><Relationship Id="rId28" Type="http://schemas.openxmlformats.org/officeDocument/2006/relationships/image" Target="../media/image20.png"/><Relationship Id="rId10" Type="http://schemas.openxmlformats.org/officeDocument/2006/relationships/tags" Target="../tags/tag1183.xml"/><Relationship Id="rId19" Type="http://schemas.openxmlformats.org/officeDocument/2006/relationships/tags" Target="../tags/tag1192.xml"/><Relationship Id="rId4" Type="http://schemas.openxmlformats.org/officeDocument/2006/relationships/tags" Target="../tags/tag1177.xml"/><Relationship Id="rId9" Type="http://schemas.openxmlformats.org/officeDocument/2006/relationships/tags" Target="../tags/tag1182.xml"/><Relationship Id="rId14" Type="http://schemas.openxmlformats.org/officeDocument/2006/relationships/tags" Target="../tags/tag1187.xml"/><Relationship Id="rId22" Type="http://schemas.openxmlformats.org/officeDocument/2006/relationships/notesSlide" Target="../notesSlides/notesSlide114.xml"/><Relationship Id="rId27" Type="http://schemas.openxmlformats.org/officeDocument/2006/relationships/image" Target="../media/image18.jpe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tags" Target="../tags/tag1201.xml"/><Relationship Id="rId13" Type="http://schemas.openxmlformats.org/officeDocument/2006/relationships/tags" Target="../tags/tag1206.xml"/><Relationship Id="rId18" Type="http://schemas.openxmlformats.org/officeDocument/2006/relationships/tags" Target="../tags/tag1211.xml"/><Relationship Id="rId26" Type="http://schemas.openxmlformats.org/officeDocument/2006/relationships/image" Target="../media/image16.png"/><Relationship Id="rId3" Type="http://schemas.openxmlformats.org/officeDocument/2006/relationships/tags" Target="../tags/tag1196.xml"/><Relationship Id="rId21" Type="http://schemas.openxmlformats.org/officeDocument/2006/relationships/tags" Target="../tags/tag1214.xml"/><Relationship Id="rId7" Type="http://schemas.openxmlformats.org/officeDocument/2006/relationships/tags" Target="../tags/tag1200.xml"/><Relationship Id="rId12" Type="http://schemas.openxmlformats.org/officeDocument/2006/relationships/tags" Target="../tags/tag1205.xml"/><Relationship Id="rId17" Type="http://schemas.openxmlformats.org/officeDocument/2006/relationships/tags" Target="../tags/tag1210.xml"/><Relationship Id="rId25" Type="http://schemas.openxmlformats.org/officeDocument/2006/relationships/image" Target="../media/image15.png"/><Relationship Id="rId2" Type="http://schemas.openxmlformats.org/officeDocument/2006/relationships/tags" Target="../tags/tag1195.xml"/><Relationship Id="rId16" Type="http://schemas.openxmlformats.org/officeDocument/2006/relationships/tags" Target="../tags/tag1209.xml"/><Relationship Id="rId20" Type="http://schemas.openxmlformats.org/officeDocument/2006/relationships/tags" Target="../tags/tag1213.xml"/><Relationship Id="rId29" Type="http://schemas.openxmlformats.org/officeDocument/2006/relationships/image" Target="../media/image18.jpeg"/><Relationship Id="rId1" Type="http://schemas.openxmlformats.org/officeDocument/2006/relationships/tags" Target="../tags/tag1194.xml"/><Relationship Id="rId6" Type="http://schemas.openxmlformats.org/officeDocument/2006/relationships/tags" Target="../tags/tag1199.xml"/><Relationship Id="rId11" Type="http://schemas.openxmlformats.org/officeDocument/2006/relationships/tags" Target="../tags/tag1204.xml"/><Relationship Id="rId24" Type="http://schemas.openxmlformats.org/officeDocument/2006/relationships/notesSlide" Target="../notesSlides/notesSlide115.xml"/><Relationship Id="rId5" Type="http://schemas.openxmlformats.org/officeDocument/2006/relationships/tags" Target="../tags/tag1198.xml"/><Relationship Id="rId15" Type="http://schemas.openxmlformats.org/officeDocument/2006/relationships/tags" Target="../tags/tag1208.xml"/><Relationship Id="rId23" Type="http://schemas.openxmlformats.org/officeDocument/2006/relationships/slideLayout" Target="../slideLayouts/slideLayout2.xml"/><Relationship Id="rId28" Type="http://schemas.openxmlformats.org/officeDocument/2006/relationships/image" Target="../media/image17.png"/><Relationship Id="rId10" Type="http://schemas.openxmlformats.org/officeDocument/2006/relationships/tags" Target="../tags/tag1203.xml"/><Relationship Id="rId19" Type="http://schemas.openxmlformats.org/officeDocument/2006/relationships/tags" Target="../tags/tag1212.xml"/><Relationship Id="rId4" Type="http://schemas.openxmlformats.org/officeDocument/2006/relationships/tags" Target="../tags/tag1197.xml"/><Relationship Id="rId9" Type="http://schemas.openxmlformats.org/officeDocument/2006/relationships/tags" Target="../tags/tag1202.xml"/><Relationship Id="rId14" Type="http://schemas.openxmlformats.org/officeDocument/2006/relationships/tags" Target="../tags/tag1207.xml"/><Relationship Id="rId22" Type="http://schemas.openxmlformats.org/officeDocument/2006/relationships/tags" Target="../tags/tag1215.xml"/><Relationship Id="rId27" Type="http://schemas.openxmlformats.org/officeDocument/2006/relationships/image" Target="../media/image8.png"/><Relationship Id="rId30" Type="http://schemas.openxmlformats.org/officeDocument/2006/relationships/image" Target="../media/image20.png"/></Relationships>
</file>

<file path=ppt/slides/_rels/slide119.xml.rels><?xml version="1.0" encoding="UTF-8" standalone="yes"?>
<Relationships xmlns="http://schemas.openxmlformats.org/package/2006/relationships"><Relationship Id="rId13" Type="http://schemas.openxmlformats.org/officeDocument/2006/relationships/tags" Target="../tags/tag1228.xml"/><Relationship Id="rId18" Type="http://schemas.openxmlformats.org/officeDocument/2006/relationships/tags" Target="../tags/tag1233.xml"/><Relationship Id="rId26" Type="http://schemas.openxmlformats.org/officeDocument/2006/relationships/notesSlide" Target="../notesSlides/notesSlide116.xml"/><Relationship Id="rId3" Type="http://schemas.openxmlformats.org/officeDocument/2006/relationships/tags" Target="../tags/tag1218.xml"/><Relationship Id="rId21" Type="http://schemas.openxmlformats.org/officeDocument/2006/relationships/tags" Target="../tags/tag1236.xml"/><Relationship Id="rId7" Type="http://schemas.openxmlformats.org/officeDocument/2006/relationships/tags" Target="../tags/tag1222.xml"/><Relationship Id="rId12" Type="http://schemas.openxmlformats.org/officeDocument/2006/relationships/tags" Target="../tags/tag1227.xml"/><Relationship Id="rId17" Type="http://schemas.openxmlformats.org/officeDocument/2006/relationships/tags" Target="../tags/tag1232.xml"/><Relationship Id="rId25" Type="http://schemas.openxmlformats.org/officeDocument/2006/relationships/slideLayout" Target="../slideLayouts/slideLayout2.xml"/><Relationship Id="rId33" Type="http://schemas.openxmlformats.org/officeDocument/2006/relationships/image" Target="../media/image21.png"/><Relationship Id="rId2" Type="http://schemas.openxmlformats.org/officeDocument/2006/relationships/tags" Target="../tags/tag1217.xml"/><Relationship Id="rId16" Type="http://schemas.openxmlformats.org/officeDocument/2006/relationships/tags" Target="../tags/tag1231.xml"/><Relationship Id="rId20" Type="http://schemas.openxmlformats.org/officeDocument/2006/relationships/tags" Target="../tags/tag1235.xml"/><Relationship Id="rId29" Type="http://schemas.openxmlformats.org/officeDocument/2006/relationships/image" Target="../media/image8.png"/><Relationship Id="rId1" Type="http://schemas.openxmlformats.org/officeDocument/2006/relationships/tags" Target="../tags/tag1216.xml"/><Relationship Id="rId6" Type="http://schemas.openxmlformats.org/officeDocument/2006/relationships/tags" Target="../tags/tag1221.xml"/><Relationship Id="rId11" Type="http://schemas.openxmlformats.org/officeDocument/2006/relationships/tags" Target="../tags/tag1226.xml"/><Relationship Id="rId24" Type="http://schemas.openxmlformats.org/officeDocument/2006/relationships/tags" Target="../tags/tag1239.xml"/><Relationship Id="rId32" Type="http://schemas.openxmlformats.org/officeDocument/2006/relationships/image" Target="../media/image20.png"/><Relationship Id="rId5" Type="http://schemas.openxmlformats.org/officeDocument/2006/relationships/tags" Target="../tags/tag1220.xml"/><Relationship Id="rId15" Type="http://schemas.openxmlformats.org/officeDocument/2006/relationships/tags" Target="../tags/tag1230.xml"/><Relationship Id="rId23" Type="http://schemas.openxmlformats.org/officeDocument/2006/relationships/tags" Target="../tags/tag1238.xml"/><Relationship Id="rId28" Type="http://schemas.openxmlformats.org/officeDocument/2006/relationships/image" Target="../media/image16.png"/><Relationship Id="rId10" Type="http://schemas.openxmlformats.org/officeDocument/2006/relationships/tags" Target="../tags/tag1225.xml"/><Relationship Id="rId19" Type="http://schemas.openxmlformats.org/officeDocument/2006/relationships/tags" Target="../tags/tag1234.xml"/><Relationship Id="rId31" Type="http://schemas.openxmlformats.org/officeDocument/2006/relationships/image" Target="../media/image18.jpeg"/><Relationship Id="rId4" Type="http://schemas.openxmlformats.org/officeDocument/2006/relationships/tags" Target="../tags/tag1219.xml"/><Relationship Id="rId9" Type="http://schemas.openxmlformats.org/officeDocument/2006/relationships/tags" Target="../tags/tag1224.xml"/><Relationship Id="rId14" Type="http://schemas.openxmlformats.org/officeDocument/2006/relationships/tags" Target="../tags/tag1229.xml"/><Relationship Id="rId22" Type="http://schemas.openxmlformats.org/officeDocument/2006/relationships/tags" Target="../tags/tag1237.xml"/><Relationship Id="rId27" Type="http://schemas.openxmlformats.org/officeDocument/2006/relationships/image" Target="../media/image15.png"/><Relationship Id="rId30" Type="http://schemas.openxmlformats.org/officeDocument/2006/relationships/image" Target="../media/image17.png"/><Relationship Id="rId8" Type="http://schemas.openxmlformats.org/officeDocument/2006/relationships/tags" Target="../tags/tag1223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tags" Target="../tags/tag1247.xml"/><Relationship Id="rId13" Type="http://schemas.openxmlformats.org/officeDocument/2006/relationships/tags" Target="../tags/tag1252.xml"/><Relationship Id="rId18" Type="http://schemas.openxmlformats.org/officeDocument/2006/relationships/tags" Target="../tags/tag1257.xml"/><Relationship Id="rId26" Type="http://schemas.openxmlformats.org/officeDocument/2006/relationships/image" Target="../media/image20.png"/><Relationship Id="rId3" Type="http://schemas.openxmlformats.org/officeDocument/2006/relationships/tags" Target="../tags/tag1242.xml"/><Relationship Id="rId21" Type="http://schemas.openxmlformats.org/officeDocument/2006/relationships/image" Target="../media/image15.png"/><Relationship Id="rId7" Type="http://schemas.openxmlformats.org/officeDocument/2006/relationships/tags" Target="../tags/tag1246.xml"/><Relationship Id="rId12" Type="http://schemas.openxmlformats.org/officeDocument/2006/relationships/tags" Target="../tags/tag1251.xml"/><Relationship Id="rId17" Type="http://schemas.openxmlformats.org/officeDocument/2006/relationships/tags" Target="../tags/tag1256.xml"/><Relationship Id="rId25" Type="http://schemas.openxmlformats.org/officeDocument/2006/relationships/image" Target="../media/image18.jpeg"/><Relationship Id="rId2" Type="http://schemas.openxmlformats.org/officeDocument/2006/relationships/tags" Target="../tags/tag1241.xml"/><Relationship Id="rId16" Type="http://schemas.openxmlformats.org/officeDocument/2006/relationships/tags" Target="../tags/tag1255.xml"/><Relationship Id="rId20" Type="http://schemas.openxmlformats.org/officeDocument/2006/relationships/notesSlide" Target="../notesSlides/notesSlide117.xml"/><Relationship Id="rId1" Type="http://schemas.openxmlformats.org/officeDocument/2006/relationships/tags" Target="../tags/tag1240.xml"/><Relationship Id="rId6" Type="http://schemas.openxmlformats.org/officeDocument/2006/relationships/tags" Target="../tags/tag1245.xml"/><Relationship Id="rId11" Type="http://schemas.openxmlformats.org/officeDocument/2006/relationships/tags" Target="../tags/tag1250.xml"/><Relationship Id="rId24" Type="http://schemas.openxmlformats.org/officeDocument/2006/relationships/image" Target="../media/image17.png"/><Relationship Id="rId5" Type="http://schemas.openxmlformats.org/officeDocument/2006/relationships/tags" Target="../tags/tag1244.xml"/><Relationship Id="rId15" Type="http://schemas.openxmlformats.org/officeDocument/2006/relationships/tags" Target="../tags/tag1254.xml"/><Relationship Id="rId23" Type="http://schemas.openxmlformats.org/officeDocument/2006/relationships/image" Target="../media/image8.png"/><Relationship Id="rId10" Type="http://schemas.openxmlformats.org/officeDocument/2006/relationships/tags" Target="../tags/tag1249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1243.xml"/><Relationship Id="rId9" Type="http://schemas.openxmlformats.org/officeDocument/2006/relationships/tags" Target="../tags/tag1248.xml"/><Relationship Id="rId14" Type="http://schemas.openxmlformats.org/officeDocument/2006/relationships/tags" Target="../tags/tag1253.xml"/><Relationship Id="rId22" Type="http://schemas.openxmlformats.org/officeDocument/2006/relationships/image" Target="../media/image16.png"/><Relationship Id="rId27" Type="http://schemas.openxmlformats.org/officeDocument/2006/relationships/image" Target="../media/image21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tags" Target="../tags/tag1265.xml"/><Relationship Id="rId13" Type="http://schemas.openxmlformats.org/officeDocument/2006/relationships/tags" Target="../tags/tag1270.xml"/><Relationship Id="rId18" Type="http://schemas.openxmlformats.org/officeDocument/2006/relationships/tags" Target="../tags/tag1275.xml"/><Relationship Id="rId26" Type="http://schemas.openxmlformats.org/officeDocument/2006/relationships/image" Target="../media/image16.png"/><Relationship Id="rId3" Type="http://schemas.openxmlformats.org/officeDocument/2006/relationships/tags" Target="../tags/tag1260.xml"/><Relationship Id="rId21" Type="http://schemas.openxmlformats.org/officeDocument/2006/relationships/tags" Target="../tags/tag1278.xml"/><Relationship Id="rId7" Type="http://schemas.openxmlformats.org/officeDocument/2006/relationships/tags" Target="../tags/tag1264.xml"/><Relationship Id="rId12" Type="http://schemas.openxmlformats.org/officeDocument/2006/relationships/tags" Target="../tags/tag1269.xml"/><Relationship Id="rId17" Type="http://schemas.openxmlformats.org/officeDocument/2006/relationships/tags" Target="../tags/tag1274.xml"/><Relationship Id="rId25" Type="http://schemas.openxmlformats.org/officeDocument/2006/relationships/image" Target="../media/image15.png"/><Relationship Id="rId2" Type="http://schemas.openxmlformats.org/officeDocument/2006/relationships/tags" Target="../tags/tag1259.xml"/><Relationship Id="rId16" Type="http://schemas.openxmlformats.org/officeDocument/2006/relationships/tags" Target="../tags/tag1273.xml"/><Relationship Id="rId20" Type="http://schemas.openxmlformats.org/officeDocument/2006/relationships/tags" Target="../tags/tag1277.xml"/><Relationship Id="rId29" Type="http://schemas.openxmlformats.org/officeDocument/2006/relationships/image" Target="../media/image18.jpeg"/><Relationship Id="rId1" Type="http://schemas.openxmlformats.org/officeDocument/2006/relationships/tags" Target="../tags/tag1258.xml"/><Relationship Id="rId6" Type="http://schemas.openxmlformats.org/officeDocument/2006/relationships/tags" Target="../tags/tag1263.xml"/><Relationship Id="rId11" Type="http://schemas.openxmlformats.org/officeDocument/2006/relationships/tags" Target="../tags/tag1268.xml"/><Relationship Id="rId24" Type="http://schemas.openxmlformats.org/officeDocument/2006/relationships/notesSlide" Target="../notesSlides/notesSlide118.xml"/><Relationship Id="rId5" Type="http://schemas.openxmlformats.org/officeDocument/2006/relationships/tags" Target="../tags/tag1262.xml"/><Relationship Id="rId15" Type="http://schemas.openxmlformats.org/officeDocument/2006/relationships/tags" Target="../tags/tag1272.xml"/><Relationship Id="rId23" Type="http://schemas.openxmlformats.org/officeDocument/2006/relationships/slideLayout" Target="../slideLayouts/slideLayout2.xml"/><Relationship Id="rId28" Type="http://schemas.openxmlformats.org/officeDocument/2006/relationships/image" Target="../media/image17.png"/><Relationship Id="rId10" Type="http://schemas.openxmlformats.org/officeDocument/2006/relationships/tags" Target="../tags/tag1267.xml"/><Relationship Id="rId19" Type="http://schemas.openxmlformats.org/officeDocument/2006/relationships/tags" Target="../tags/tag1276.xml"/><Relationship Id="rId31" Type="http://schemas.openxmlformats.org/officeDocument/2006/relationships/image" Target="../media/image21.png"/><Relationship Id="rId4" Type="http://schemas.openxmlformats.org/officeDocument/2006/relationships/tags" Target="../tags/tag1261.xml"/><Relationship Id="rId9" Type="http://schemas.openxmlformats.org/officeDocument/2006/relationships/tags" Target="../tags/tag1266.xml"/><Relationship Id="rId14" Type="http://schemas.openxmlformats.org/officeDocument/2006/relationships/tags" Target="../tags/tag1271.xml"/><Relationship Id="rId22" Type="http://schemas.openxmlformats.org/officeDocument/2006/relationships/tags" Target="../tags/tag1279.xml"/><Relationship Id="rId27" Type="http://schemas.openxmlformats.org/officeDocument/2006/relationships/image" Target="../media/image8.png"/><Relationship Id="rId30" Type="http://schemas.openxmlformats.org/officeDocument/2006/relationships/image" Target="../media/image20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80.xml"/><Relationship Id="rId4" Type="http://schemas.openxmlformats.org/officeDocument/2006/relationships/hyperlink" Target="http://www.google.com/" TargetMode="Externa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tags" Target="../tags/tag1288.xml"/><Relationship Id="rId13" Type="http://schemas.openxmlformats.org/officeDocument/2006/relationships/slideLayout" Target="../slideLayouts/slideLayout2.xml"/><Relationship Id="rId18" Type="http://schemas.openxmlformats.org/officeDocument/2006/relationships/image" Target="../media/image17.png"/><Relationship Id="rId3" Type="http://schemas.openxmlformats.org/officeDocument/2006/relationships/tags" Target="../tags/tag1283.xml"/><Relationship Id="rId7" Type="http://schemas.openxmlformats.org/officeDocument/2006/relationships/tags" Target="../tags/tag1287.xml"/><Relationship Id="rId12" Type="http://schemas.openxmlformats.org/officeDocument/2006/relationships/tags" Target="../tags/tag1292.xml"/><Relationship Id="rId17" Type="http://schemas.openxmlformats.org/officeDocument/2006/relationships/image" Target="../media/image8.png"/><Relationship Id="rId2" Type="http://schemas.openxmlformats.org/officeDocument/2006/relationships/tags" Target="../tags/tag1282.xml"/><Relationship Id="rId16" Type="http://schemas.openxmlformats.org/officeDocument/2006/relationships/image" Target="../media/image16.png"/><Relationship Id="rId1" Type="http://schemas.openxmlformats.org/officeDocument/2006/relationships/tags" Target="../tags/tag1281.xml"/><Relationship Id="rId6" Type="http://schemas.openxmlformats.org/officeDocument/2006/relationships/tags" Target="../tags/tag1286.xml"/><Relationship Id="rId11" Type="http://schemas.openxmlformats.org/officeDocument/2006/relationships/tags" Target="../tags/tag1291.xml"/><Relationship Id="rId5" Type="http://schemas.openxmlformats.org/officeDocument/2006/relationships/tags" Target="../tags/tag1285.xml"/><Relationship Id="rId15" Type="http://schemas.openxmlformats.org/officeDocument/2006/relationships/image" Target="../media/image15.png"/><Relationship Id="rId10" Type="http://schemas.openxmlformats.org/officeDocument/2006/relationships/tags" Target="../tags/tag1290.xml"/><Relationship Id="rId19" Type="http://schemas.openxmlformats.org/officeDocument/2006/relationships/image" Target="../media/image18.jpeg"/><Relationship Id="rId4" Type="http://schemas.openxmlformats.org/officeDocument/2006/relationships/tags" Target="../tags/tag1284.xml"/><Relationship Id="rId9" Type="http://schemas.openxmlformats.org/officeDocument/2006/relationships/tags" Target="../tags/tag1289.xml"/><Relationship Id="rId14" Type="http://schemas.openxmlformats.org/officeDocument/2006/relationships/notesSlide" Target="../notesSlides/notesSlide120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tags" Target="../tags/tag1300.xml"/><Relationship Id="rId13" Type="http://schemas.openxmlformats.org/officeDocument/2006/relationships/tags" Target="../tags/tag1305.xml"/><Relationship Id="rId18" Type="http://schemas.openxmlformats.org/officeDocument/2006/relationships/slideLayout" Target="../slideLayouts/slideLayout2.xml"/><Relationship Id="rId3" Type="http://schemas.openxmlformats.org/officeDocument/2006/relationships/tags" Target="../tags/tag1295.xml"/><Relationship Id="rId21" Type="http://schemas.openxmlformats.org/officeDocument/2006/relationships/image" Target="../media/image16.png"/><Relationship Id="rId7" Type="http://schemas.openxmlformats.org/officeDocument/2006/relationships/tags" Target="../tags/tag1299.xml"/><Relationship Id="rId12" Type="http://schemas.openxmlformats.org/officeDocument/2006/relationships/tags" Target="../tags/tag1304.xml"/><Relationship Id="rId17" Type="http://schemas.openxmlformats.org/officeDocument/2006/relationships/tags" Target="../tags/tag1309.xml"/><Relationship Id="rId2" Type="http://schemas.openxmlformats.org/officeDocument/2006/relationships/tags" Target="../tags/tag1294.xml"/><Relationship Id="rId16" Type="http://schemas.openxmlformats.org/officeDocument/2006/relationships/tags" Target="../tags/tag1308.xml"/><Relationship Id="rId20" Type="http://schemas.openxmlformats.org/officeDocument/2006/relationships/image" Target="../media/image15.png"/><Relationship Id="rId1" Type="http://schemas.openxmlformats.org/officeDocument/2006/relationships/tags" Target="../tags/tag1293.xml"/><Relationship Id="rId6" Type="http://schemas.openxmlformats.org/officeDocument/2006/relationships/tags" Target="../tags/tag1298.xml"/><Relationship Id="rId11" Type="http://schemas.openxmlformats.org/officeDocument/2006/relationships/tags" Target="../tags/tag1303.xml"/><Relationship Id="rId24" Type="http://schemas.openxmlformats.org/officeDocument/2006/relationships/image" Target="../media/image18.jpeg"/><Relationship Id="rId5" Type="http://schemas.openxmlformats.org/officeDocument/2006/relationships/tags" Target="../tags/tag1297.xml"/><Relationship Id="rId15" Type="http://schemas.openxmlformats.org/officeDocument/2006/relationships/tags" Target="../tags/tag1307.xml"/><Relationship Id="rId23" Type="http://schemas.openxmlformats.org/officeDocument/2006/relationships/image" Target="../media/image17.png"/><Relationship Id="rId10" Type="http://schemas.openxmlformats.org/officeDocument/2006/relationships/tags" Target="../tags/tag1302.xml"/><Relationship Id="rId19" Type="http://schemas.openxmlformats.org/officeDocument/2006/relationships/notesSlide" Target="../notesSlides/notesSlide121.xml"/><Relationship Id="rId4" Type="http://schemas.openxmlformats.org/officeDocument/2006/relationships/tags" Target="../tags/tag1296.xml"/><Relationship Id="rId9" Type="http://schemas.openxmlformats.org/officeDocument/2006/relationships/tags" Target="../tags/tag1301.xml"/><Relationship Id="rId14" Type="http://schemas.openxmlformats.org/officeDocument/2006/relationships/tags" Target="../tags/tag1306.xml"/><Relationship Id="rId22" Type="http://schemas.openxmlformats.org/officeDocument/2006/relationships/image" Target="../media/image8.pn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tags" Target="../tags/tag1317.xml"/><Relationship Id="rId13" Type="http://schemas.openxmlformats.org/officeDocument/2006/relationships/tags" Target="../tags/tag1322.xml"/><Relationship Id="rId18" Type="http://schemas.openxmlformats.org/officeDocument/2006/relationships/tags" Target="../tags/tag1327.xml"/><Relationship Id="rId26" Type="http://schemas.openxmlformats.org/officeDocument/2006/relationships/image" Target="../media/image17.png"/><Relationship Id="rId3" Type="http://schemas.openxmlformats.org/officeDocument/2006/relationships/tags" Target="../tags/tag1312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316.xml"/><Relationship Id="rId12" Type="http://schemas.openxmlformats.org/officeDocument/2006/relationships/tags" Target="../tags/tag1321.xml"/><Relationship Id="rId17" Type="http://schemas.openxmlformats.org/officeDocument/2006/relationships/tags" Target="../tags/tag1326.xml"/><Relationship Id="rId25" Type="http://schemas.openxmlformats.org/officeDocument/2006/relationships/image" Target="../media/image8.png"/><Relationship Id="rId2" Type="http://schemas.openxmlformats.org/officeDocument/2006/relationships/tags" Target="../tags/tag1311.xml"/><Relationship Id="rId16" Type="http://schemas.openxmlformats.org/officeDocument/2006/relationships/tags" Target="../tags/tag1325.xml"/><Relationship Id="rId20" Type="http://schemas.openxmlformats.org/officeDocument/2006/relationships/tags" Target="../tags/tag1329.xml"/><Relationship Id="rId1" Type="http://schemas.openxmlformats.org/officeDocument/2006/relationships/tags" Target="../tags/tag1310.xml"/><Relationship Id="rId6" Type="http://schemas.openxmlformats.org/officeDocument/2006/relationships/tags" Target="../tags/tag1315.xml"/><Relationship Id="rId11" Type="http://schemas.openxmlformats.org/officeDocument/2006/relationships/tags" Target="../tags/tag1320.xml"/><Relationship Id="rId24" Type="http://schemas.openxmlformats.org/officeDocument/2006/relationships/image" Target="../media/image16.png"/><Relationship Id="rId5" Type="http://schemas.openxmlformats.org/officeDocument/2006/relationships/tags" Target="../tags/tag1314.xml"/><Relationship Id="rId15" Type="http://schemas.openxmlformats.org/officeDocument/2006/relationships/tags" Target="../tags/tag1324.xml"/><Relationship Id="rId23" Type="http://schemas.openxmlformats.org/officeDocument/2006/relationships/image" Target="../media/image15.png"/><Relationship Id="rId10" Type="http://schemas.openxmlformats.org/officeDocument/2006/relationships/tags" Target="../tags/tag1319.xml"/><Relationship Id="rId19" Type="http://schemas.openxmlformats.org/officeDocument/2006/relationships/tags" Target="../tags/tag1328.xml"/><Relationship Id="rId4" Type="http://schemas.openxmlformats.org/officeDocument/2006/relationships/tags" Target="../tags/tag1313.xml"/><Relationship Id="rId9" Type="http://schemas.openxmlformats.org/officeDocument/2006/relationships/tags" Target="../tags/tag1318.xml"/><Relationship Id="rId14" Type="http://schemas.openxmlformats.org/officeDocument/2006/relationships/tags" Target="../tags/tag1323.xml"/><Relationship Id="rId22" Type="http://schemas.openxmlformats.org/officeDocument/2006/relationships/notesSlide" Target="../notesSlides/notesSlide122.xml"/><Relationship Id="rId27" Type="http://schemas.openxmlformats.org/officeDocument/2006/relationships/image" Target="../media/image18.jpeg"/></Relationships>
</file>

<file path=ppt/slides/_rels/slide126.xml.rels><?xml version="1.0" encoding="UTF-8" standalone="yes"?>
<Relationships xmlns="http://schemas.openxmlformats.org/package/2006/relationships"><Relationship Id="rId13" Type="http://schemas.openxmlformats.org/officeDocument/2006/relationships/tags" Target="../tags/tag1342.xml"/><Relationship Id="rId18" Type="http://schemas.openxmlformats.org/officeDocument/2006/relationships/tags" Target="../tags/tag1347.xml"/><Relationship Id="rId26" Type="http://schemas.openxmlformats.org/officeDocument/2006/relationships/tags" Target="../tags/tag1355.xml"/><Relationship Id="rId3" Type="http://schemas.openxmlformats.org/officeDocument/2006/relationships/tags" Target="../tags/tag1332.xml"/><Relationship Id="rId21" Type="http://schemas.openxmlformats.org/officeDocument/2006/relationships/tags" Target="../tags/tag1350.xml"/><Relationship Id="rId34" Type="http://schemas.openxmlformats.org/officeDocument/2006/relationships/image" Target="../media/image18.jpeg"/><Relationship Id="rId7" Type="http://schemas.openxmlformats.org/officeDocument/2006/relationships/tags" Target="../tags/tag1336.xml"/><Relationship Id="rId12" Type="http://schemas.openxmlformats.org/officeDocument/2006/relationships/tags" Target="../tags/tag1341.xml"/><Relationship Id="rId17" Type="http://schemas.openxmlformats.org/officeDocument/2006/relationships/tags" Target="../tags/tag1346.xml"/><Relationship Id="rId25" Type="http://schemas.openxmlformats.org/officeDocument/2006/relationships/tags" Target="../tags/tag1354.xml"/><Relationship Id="rId33" Type="http://schemas.openxmlformats.org/officeDocument/2006/relationships/image" Target="../media/image17.png"/><Relationship Id="rId2" Type="http://schemas.openxmlformats.org/officeDocument/2006/relationships/tags" Target="../tags/tag1331.xml"/><Relationship Id="rId16" Type="http://schemas.openxmlformats.org/officeDocument/2006/relationships/tags" Target="../tags/tag1345.xml"/><Relationship Id="rId20" Type="http://schemas.openxmlformats.org/officeDocument/2006/relationships/tags" Target="../tags/tag1349.xml"/><Relationship Id="rId29" Type="http://schemas.openxmlformats.org/officeDocument/2006/relationships/notesSlide" Target="../notesSlides/notesSlide123.xml"/><Relationship Id="rId1" Type="http://schemas.openxmlformats.org/officeDocument/2006/relationships/tags" Target="../tags/tag1330.xml"/><Relationship Id="rId6" Type="http://schemas.openxmlformats.org/officeDocument/2006/relationships/tags" Target="../tags/tag1335.xml"/><Relationship Id="rId11" Type="http://schemas.openxmlformats.org/officeDocument/2006/relationships/tags" Target="../tags/tag1340.xml"/><Relationship Id="rId24" Type="http://schemas.openxmlformats.org/officeDocument/2006/relationships/tags" Target="../tags/tag1353.xml"/><Relationship Id="rId32" Type="http://schemas.openxmlformats.org/officeDocument/2006/relationships/image" Target="../media/image8.png"/><Relationship Id="rId5" Type="http://schemas.openxmlformats.org/officeDocument/2006/relationships/tags" Target="../tags/tag1334.xml"/><Relationship Id="rId15" Type="http://schemas.openxmlformats.org/officeDocument/2006/relationships/tags" Target="../tags/tag1344.xml"/><Relationship Id="rId23" Type="http://schemas.openxmlformats.org/officeDocument/2006/relationships/tags" Target="../tags/tag1352.xml"/><Relationship Id="rId28" Type="http://schemas.openxmlformats.org/officeDocument/2006/relationships/slideLayout" Target="../slideLayouts/slideLayout2.xml"/><Relationship Id="rId10" Type="http://schemas.openxmlformats.org/officeDocument/2006/relationships/tags" Target="../tags/tag1339.xml"/><Relationship Id="rId19" Type="http://schemas.openxmlformats.org/officeDocument/2006/relationships/tags" Target="../tags/tag1348.xml"/><Relationship Id="rId31" Type="http://schemas.openxmlformats.org/officeDocument/2006/relationships/image" Target="../media/image16.png"/><Relationship Id="rId4" Type="http://schemas.openxmlformats.org/officeDocument/2006/relationships/tags" Target="../tags/tag1333.xml"/><Relationship Id="rId9" Type="http://schemas.openxmlformats.org/officeDocument/2006/relationships/tags" Target="../tags/tag1338.xml"/><Relationship Id="rId14" Type="http://schemas.openxmlformats.org/officeDocument/2006/relationships/tags" Target="../tags/tag1343.xml"/><Relationship Id="rId22" Type="http://schemas.openxmlformats.org/officeDocument/2006/relationships/tags" Target="../tags/tag1351.xml"/><Relationship Id="rId27" Type="http://schemas.openxmlformats.org/officeDocument/2006/relationships/tags" Target="../tags/tag1356.xml"/><Relationship Id="rId30" Type="http://schemas.openxmlformats.org/officeDocument/2006/relationships/image" Target="../media/image15.png"/><Relationship Id="rId35" Type="http://schemas.openxmlformats.org/officeDocument/2006/relationships/image" Target="../media/image21.png"/><Relationship Id="rId8" Type="http://schemas.openxmlformats.org/officeDocument/2006/relationships/tags" Target="../tags/tag1337.xml"/></Relationships>
</file>

<file path=ppt/slides/_rels/slide127.xml.rels><?xml version="1.0" encoding="UTF-8" standalone="yes"?>
<Relationships xmlns="http://schemas.openxmlformats.org/package/2006/relationships"><Relationship Id="rId13" Type="http://schemas.openxmlformats.org/officeDocument/2006/relationships/tags" Target="../tags/tag1369.xml"/><Relationship Id="rId18" Type="http://schemas.openxmlformats.org/officeDocument/2006/relationships/tags" Target="../tags/tag1374.xml"/><Relationship Id="rId26" Type="http://schemas.openxmlformats.org/officeDocument/2006/relationships/tags" Target="../tags/tag1382.xml"/><Relationship Id="rId21" Type="http://schemas.openxmlformats.org/officeDocument/2006/relationships/tags" Target="../tags/tag1377.xml"/><Relationship Id="rId34" Type="http://schemas.openxmlformats.org/officeDocument/2006/relationships/image" Target="../media/image8.png"/><Relationship Id="rId7" Type="http://schemas.openxmlformats.org/officeDocument/2006/relationships/tags" Target="../tags/tag1363.xml"/><Relationship Id="rId12" Type="http://schemas.openxmlformats.org/officeDocument/2006/relationships/tags" Target="../tags/tag1368.xml"/><Relationship Id="rId17" Type="http://schemas.openxmlformats.org/officeDocument/2006/relationships/tags" Target="../tags/tag1373.xml"/><Relationship Id="rId25" Type="http://schemas.openxmlformats.org/officeDocument/2006/relationships/tags" Target="../tags/tag1381.xml"/><Relationship Id="rId33" Type="http://schemas.openxmlformats.org/officeDocument/2006/relationships/image" Target="../media/image16.png"/><Relationship Id="rId2" Type="http://schemas.openxmlformats.org/officeDocument/2006/relationships/tags" Target="../tags/tag1358.xml"/><Relationship Id="rId16" Type="http://schemas.openxmlformats.org/officeDocument/2006/relationships/tags" Target="../tags/tag1372.xml"/><Relationship Id="rId20" Type="http://schemas.openxmlformats.org/officeDocument/2006/relationships/tags" Target="../tags/tag1376.xml"/><Relationship Id="rId29" Type="http://schemas.openxmlformats.org/officeDocument/2006/relationships/tags" Target="../tags/tag1385.xml"/><Relationship Id="rId1" Type="http://schemas.openxmlformats.org/officeDocument/2006/relationships/tags" Target="../tags/tag1357.xml"/><Relationship Id="rId6" Type="http://schemas.openxmlformats.org/officeDocument/2006/relationships/tags" Target="../tags/tag1362.xml"/><Relationship Id="rId11" Type="http://schemas.openxmlformats.org/officeDocument/2006/relationships/tags" Target="../tags/tag1367.xml"/><Relationship Id="rId24" Type="http://schemas.openxmlformats.org/officeDocument/2006/relationships/tags" Target="../tags/tag1380.xml"/><Relationship Id="rId32" Type="http://schemas.openxmlformats.org/officeDocument/2006/relationships/image" Target="../media/image15.png"/><Relationship Id="rId37" Type="http://schemas.openxmlformats.org/officeDocument/2006/relationships/image" Target="../media/image21.png"/><Relationship Id="rId5" Type="http://schemas.openxmlformats.org/officeDocument/2006/relationships/tags" Target="../tags/tag1361.xml"/><Relationship Id="rId15" Type="http://schemas.openxmlformats.org/officeDocument/2006/relationships/tags" Target="../tags/tag1371.xml"/><Relationship Id="rId23" Type="http://schemas.openxmlformats.org/officeDocument/2006/relationships/tags" Target="../tags/tag1379.xml"/><Relationship Id="rId28" Type="http://schemas.openxmlformats.org/officeDocument/2006/relationships/tags" Target="../tags/tag1384.xml"/><Relationship Id="rId36" Type="http://schemas.openxmlformats.org/officeDocument/2006/relationships/image" Target="../media/image18.jpeg"/><Relationship Id="rId10" Type="http://schemas.openxmlformats.org/officeDocument/2006/relationships/tags" Target="../tags/tag1366.xml"/><Relationship Id="rId19" Type="http://schemas.openxmlformats.org/officeDocument/2006/relationships/tags" Target="../tags/tag1375.xml"/><Relationship Id="rId31" Type="http://schemas.openxmlformats.org/officeDocument/2006/relationships/notesSlide" Target="../notesSlides/notesSlide124.xml"/><Relationship Id="rId4" Type="http://schemas.openxmlformats.org/officeDocument/2006/relationships/tags" Target="../tags/tag1360.xml"/><Relationship Id="rId9" Type="http://schemas.openxmlformats.org/officeDocument/2006/relationships/tags" Target="../tags/tag1365.xml"/><Relationship Id="rId14" Type="http://schemas.openxmlformats.org/officeDocument/2006/relationships/tags" Target="../tags/tag1370.xml"/><Relationship Id="rId22" Type="http://schemas.openxmlformats.org/officeDocument/2006/relationships/tags" Target="../tags/tag1378.xml"/><Relationship Id="rId27" Type="http://schemas.openxmlformats.org/officeDocument/2006/relationships/tags" Target="../tags/tag1383.xml"/><Relationship Id="rId30" Type="http://schemas.openxmlformats.org/officeDocument/2006/relationships/slideLayout" Target="../slideLayouts/slideLayout2.xml"/><Relationship Id="rId35" Type="http://schemas.openxmlformats.org/officeDocument/2006/relationships/image" Target="../media/image17.png"/><Relationship Id="rId8" Type="http://schemas.openxmlformats.org/officeDocument/2006/relationships/tags" Target="../tags/tag1364.xml"/><Relationship Id="rId3" Type="http://schemas.openxmlformats.org/officeDocument/2006/relationships/tags" Target="../tags/tag1359.xml"/></Relationships>
</file>

<file path=ppt/slides/_rels/slide128.xml.rels><?xml version="1.0" encoding="UTF-8" standalone="yes"?>
<Relationships xmlns="http://schemas.openxmlformats.org/package/2006/relationships"><Relationship Id="rId13" Type="http://schemas.openxmlformats.org/officeDocument/2006/relationships/tags" Target="../tags/tag1398.xml"/><Relationship Id="rId18" Type="http://schemas.openxmlformats.org/officeDocument/2006/relationships/tags" Target="../tags/tag1403.xml"/><Relationship Id="rId26" Type="http://schemas.openxmlformats.org/officeDocument/2006/relationships/tags" Target="../tags/tag1411.xml"/><Relationship Id="rId39" Type="http://schemas.openxmlformats.org/officeDocument/2006/relationships/image" Target="../media/image18.jpeg"/><Relationship Id="rId21" Type="http://schemas.openxmlformats.org/officeDocument/2006/relationships/tags" Target="../tags/tag1406.xml"/><Relationship Id="rId34" Type="http://schemas.openxmlformats.org/officeDocument/2006/relationships/notesSlide" Target="../notesSlides/notesSlide125.xml"/><Relationship Id="rId7" Type="http://schemas.openxmlformats.org/officeDocument/2006/relationships/tags" Target="../tags/tag1392.xml"/><Relationship Id="rId12" Type="http://schemas.openxmlformats.org/officeDocument/2006/relationships/tags" Target="../tags/tag1397.xml"/><Relationship Id="rId17" Type="http://schemas.openxmlformats.org/officeDocument/2006/relationships/tags" Target="../tags/tag1402.xml"/><Relationship Id="rId25" Type="http://schemas.openxmlformats.org/officeDocument/2006/relationships/tags" Target="../tags/tag1410.xml"/><Relationship Id="rId33" Type="http://schemas.openxmlformats.org/officeDocument/2006/relationships/slideLayout" Target="../slideLayouts/slideLayout2.xml"/><Relationship Id="rId38" Type="http://schemas.openxmlformats.org/officeDocument/2006/relationships/image" Target="../media/image17.png"/><Relationship Id="rId2" Type="http://schemas.openxmlformats.org/officeDocument/2006/relationships/tags" Target="../tags/tag1387.xml"/><Relationship Id="rId16" Type="http://schemas.openxmlformats.org/officeDocument/2006/relationships/tags" Target="../tags/tag1401.xml"/><Relationship Id="rId20" Type="http://schemas.openxmlformats.org/officeDocument/2006/relationships/tags" Target="../tags/tag1405.xml"/><Relationship Id="rId29" Type="http://schemas.openxmlformats.org/officeDocument/2006/relationships/tags" Target="../tags/tag1414.xml"/><Relationship Id="rId1" Type="http://schemas.openxmlformats.org/officeDocument/2006/relationships/tags" Target="../tags/tag1386.xml"/><Relationship Id="rId6" Type="http://schemas.openxmlformats.org/officeDocument/2006/relationships/tags" Target="../tags/tag1391.xml"/><Relationship Id="rId11" Type="http://schemas.openxmlformats.org/officeDocument/2006/relationships/tags" Target="../tags/tag1396.xml"/><Relationship Id="rId24" Type="http://schemas.openxmlformats.org/officeDocument/2006/relationships/tags" Target="../tags/tag1409.xml"/><Relationship Id="rId32" Type="http://schemas.openxmlformats.org/officeDocument/2006/relationships/tags" Target="../tags/tag1417.xml"/><Relationship Id="rId37" Type="http://schemas.openxmlformats.org/officeDocument/2006/relationships/image" Target="../media/image8.png"/><Relationship Id="rId40" Type="http://schemas.openxmlformats.org/officeDocument/2006/relationships/image" Target="../media/image21.png"/><Relationship Id="rId5" Type="http://schemas.openxmlformats.org/officeDocument/2006/relationships/tags" Target="../tags/tag1390.xml"/><Relationship Id="rId15" Type="http://schemas.openxmlformats.org/officeDocument/2006/relationships/tags" Target="../tags/tag1400.xml"/><Relationship Id="rId23" Type="http://schemas.openxmlformats.org/officeDocument/2006/relationships/tags" Target="../tags/tag1408.xml"/><Relationship Id="rId28" Type="http://schemas.openxmlformats.org/officeDocument/2006/relationships/tags" Target="../tags/tag1413.xml"/><Relationship Id="rId36" Type="http://schemas.openxmlformats.org/officeDocument/2006/relationships/image" Target="../media/image16.png"/><Relationship Id="rId10" Type="http://schemas.openxmlformats.org/officeDocument/2006/relationships/tags" Target="../tags/tag1395.xml"/><Relationship Id="rId19" Type="http://schemas.openxmlformats.org/officeDocument/2006/relationships/tags" Target="../tags/tag1404.xml"/><Relationship Id="rId31" Type="http://schemas.openxmlformats.org/officeDocument/2006/relationships/tags" Target="../tags/tag1416.xml"/><Relationship Id="rId4" Type="http://schemas.openxmlformats.org/officeDocument/2006/relationships/tags" Target="../tags/tag1389.xml"/><Relationship Id="rId9" Type="http://schemas.openxmlformats.org/officeDocument/2006/relationships/tags" Target="../tags/tag1394.xml"/><Relationship Id="rId14" Type="http://schemas.openxmlformats.org/officeDocument/2006/relationships/tags" Target="../tags/tag1399.xml"/><Relationship Id="rId22" Type="http://schemas.openxmlformats.org/officeDocument/2006/relationships/tags" Target="../tags/tag1407.xml"/><Relationship Id="rId27" Type="http://schemas.openxmlformats.org/officeDocument/2006/relationships/tags" Target="../tags/tag1412.xml"/><Relationship Id="rId30" Type="http://schemas.openxmlformats.org/officeDocument/2006/relationships/tags" Target="../tags/tag1415.xml"/><Relationship Id="rId35" Type="http://schemas.openxmlformats.org/officeDocument/2006/relationships/image" Target="../media/image15.png"/><Relationship Id="rId8" Type="http://schemas.openxmlformats.org/officeDocument/2006/relationships/tags" Target="../tags/tag1393.xml"/><Relationship Id="rId3" Type="http://schemas.openxmlformats.org/officeDocument/2006/relationships/tags" Target="../tags/tag1388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tags" Target="../tags/tag1420.xml"/><Relationship Id="rId2" Type="http://schemas.openxmlformats.org/officeDocument/2006/relationships/tags" Target="../tags/tag1419.xml"/><Relationship Id="rId1" Type="http://schemas.openxmlformats.org/officeDocument/2006/relationships/tags" Target="../tags/tag1418.xml"/><Relationship Id="rId5" Type="http://schemas.openxmlformats.org/officeDocument/2006/relationships/notesSlide" Target="../notesSlides/notesSlide126.xml"/><Relationship Id="rId4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tags" Target="../tags/tag1423.xml"/><Relationship Id="rId2" Type="http://schemas.openxmlformats.org/officeDocument/2006/relationships/tags" Target="../tags/tag1422.xml"/><Relationship Id="rId1" Type="http://schemas.openxmlformats.org/officeDocument/2006/relationships/tags" Target="../tags/tag1421.xml"/><Relationship Id="rId6" Type="http://schemas.openxmlformats.org/officeDocument/2006/relationships/notesSlide" Target="../notesSlides/notesSlide127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1424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425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426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tags" Target="../tags/tag1434.xml"/><Relationship Id="rId13" Type="http://schemas.openxmlformats.org/officeDocument/2006/relationships/tags" Target="../tags/tag1439.xml"/><Relationship Id="rId18" Type="http://schemas.openxmlformats.org/officeDocument/2006/relationships/image" Target="../media/image15.png"/><Relationship Id="rId3" Type="http://schemas.openxmlformats.org/officeDocument/2006/relationships/tags" Target="../tags/tag1429.xml"/><Relationship Id="rId21" Type="http://schemas.openxmlformats.org/officeDocument/2006/relationships/image" Target="../media/image17.png"/><Relationship Id="rId7" Type="http://schemas.openxmlformats.org/officeDocument/2006/relationships/tags" Target="../tags/tag1433.xml"/><Relationship Id="rId12" Type="http://schemas.openxmlformats.org/officeDocument/2006/relationships/tags" Target="../tags/tag1438.xml"/><Relationship Id="rId17" Type="http://schemas.openxmlformats.org/officeDocument/2006/relationships/notesSlide" Target="../notesSlides/notesSlide130.xml"/><Relationship Id="rId2" Type="http://schemas.openxmlformats.org/officeDocument/2006/relationships/tags" Target="../tags/tag1428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8.png"/><Relationship Id="rId1" Type="http://schemas.openxmlformats.org/officeDocument/2006/relationships/tags" Target="../tags/tag1427.xml"/><Relationship Id="rId6" Type="http://schemas.openxmlformats.org/officeDocument/2006/relationships/tags" Target="../tags/tag1432.xml"/><Relationship Id="rId11" Type="http://schemas.openxmlformats.org/officeDocument/2006/relationships/tags" Target="../tags/tag1437.xml"/><Relationship Id="rId5" Type="http://schemas.openxmlformats.org/officeDocument/2006/relationships/tags" Target="../tags/tag1431.xml"/><Relationship Id="rId15" Type="http://schemas.openxmlformats.org/officeDocument/2006/relationships/tags" Target="../tags/tag1441.xml"/><Relationship Id="rId23" Type="http://schemas.openxmlformats.org/officeDocument/2006/relationships/image" Target="../media/image20.png"/><Relationship Id="rId10" Type="http://schemas.openxmlformats.org/officeDocument/2006/relationships/tags" Target="../tags/tag1436.xml"/><Relationship Id="rId19" Type="http://schemas.openxmlformats.org/officeDocument/2006/relationships/image" Target="../media/image16.png"/><Relationship Id="rId4" Type="http://schemas.openxmlformats.org/officeDocument/2006/relationships/tags" Target="../tags/tag1430.xml"/><Relationship Id="rId9" Type="http://schemas.openxmlformats.org/officeDocument/2006/relationships/tags" Target="../tags/tag1435.xml"/><Relationship Id="rId14" Type="http://schemas.openxmlformats.org/officeDocument/2006/relationships/tags" Target="../tags/tag1440.xml"/><Relationship Id="rId22" Type="http://schemas.openxmlformats.org/officeDocument/2006/relationships/image" Target="../media/image18.jpe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tags" Target="../tags/tag1449.xml"/><Relationship Id="rId13" Type="http://schemas.openxmlformats.org/officeDocument/2006/relationships/tags" Target="../tags/tag1454.xml"/><Relationship Id="rId18" Type="http://schemas.openxmlformats.org/officeDocument/2006/relationships/tags" Target="../tags/tag1459.xml"/><Relationship Id="rId26" Type="http://schemas.openxmlformats.org/officeDocument/2006/relationships/image" Target="../media/image20.png"/><Relationship Id="rId3" Type="http://schemas.openxmlformats.org/officeDocument/2006/relationships/tags" Target="../tags/tag1444.xml"/><Relationship Id="rId21" Type="http://schemas.openxmlformats.org/officeDocument/2006/relationships/image" Target="../media/image15.png"/><Relationship Id="rId7" Type="http://schemas.openxmlformats.org/officeDocument/2006/relationships/tags" Target="../tags/tag1448.xml"/><Relationship Id="rId12" Type="http://schemas.openxmlformats.org/officeDocument/2006/relationships/tags" Target="../tags/tag1453.xml"/><Relationship Id="rId17" Type="http://schemas.openxmlformats.org/officeDocument/2006/relationships/tags" Target="../tags/tag1458.xml"/><Relationship Id="rId25" Type="http://schemas.openxmlformats.org/officeDocument/2006/relationships/image" Target="../media/image18.jpeg"/><Relationship Id="rId2" Type="http://schemas.openxmlformats.org/officeDocument/2006/relationships/tags" Target="../tags/tag1443.xml"/><Relationship Id="rId16" Type="http://schemas.openxmlformats.org/officeDocument/2006/relationships/tags" Target="../tags/tag1457.xml"/><Relationship Id="rId20" Type="http://schemas.openxmlformats.org/officeDocument/2006/relationships/notesSlide" Target="../notesSlides/notesSlide131.xml"/><Relationship Id="rId1" Type="http://schemas.openxmlformats.org/officeDocument/2006/relationships/tags" Target="../tags/tag1442.xml"/><Relationship Id="rId6" Type="http://schemas.openxmlformats.org/officeDocument/2006/relationships/tags" Target="../tags/tag1447.xml"/><Relationship Id="rId11" Type="http://schemas.openxmlformats.org/officeDocument/2006/relationships/tags" Target="../tags/tag1452.xml"/><Relationship Id="rId24" Type="http://schemas.openxmlformats.org/officeDocument/2006/relationships/image" Target="../media/image17.png"/><Relationship Id="rId5" Type="http://schemas.openxmlformats.org/officeDocument/2006/relationships/tags" Target="../tags/tag1446.xml"/><Relationship Id="rId15" Type="http://schemas.openxmlformats.org/officeDocument/2006/relationships/tags" Target="../tags/tag1456.xml"/><Relationship Id="rId23" Type="http://schemas.openxmlformats.org/officeDocument/2006/relationships/image" Target="../media/image8.png"/><Relationship Id="rId10" Type="http://schemas.openxmlformats.org/officeDocument/2006/relationships/tags" Target="../tags/tag1451.xml"/><Relationship Id="rId19" Type="http://schemas.openxmlformats.org/officeDocument/2006/relationships/slideLayout" Target="../slideLayouts/slideLayout2.xml"/><Relationship Id="rId4" Type="http://schemas.openxmlformats.org/officeDocument/2006/relationships/tags" Target="../tags/tag1445.xml"/><Relationship Id="rId9" Type="http://schemas.openxmlformats.org/officeDocument/2006/relationships/tags" Target="../tags/tag1450.xml"/><Relationship Id="rId14" Type="http://schemas.openxmlformats.org/officeDocument/2006/relationships/tags" Target="../tags/tag1455.xml"/><Relationship Id="rId22" Type="http://schemas.openxmlformats.org/officeDocument/2006/relationships/image" Target="../media/image16.png"/></Relationships>
</file>

<file path=ppt/slides/_rels/slide135.xml.rels><?xml version="1.0" encoding="UTF-8" standalone="yes"?>
<Relationships xmlns="http://schemas.openxmlformats.org/package/2006/relationships"><Relationship Id="rId13" Type="http://schemas.openxmlformats.org/officeDocument/2006/relationships/tags" Target="../tags/tag1472.xml"/><Relationship Id="rId18" Type="http://schemas.openxmlformats.org/officeDocument/2006/relationships/tags" Target="../tags/tag1477.xml"/><Relationship Id="rId26" Type="http://schemas.openxmlformats.org/officeDocument/2006/relationships/tags" Target="../tags/tag1485.xml"/><Relationship Id="rId3" Type="http://schemas.openxmlformats.org/officeDocument/2006/relationships/tags" Target="../tags/tag1462.xml"/><Relationship Id="rId21" Type="http://schemas.openxmlformats.org/officeDocument/2006/relationships/tags" Target="../tags/tag1480.xml"/><Relationship Id="rId34" Type="http://schemas.openxmlformats.org/officeDocument/2006/relationships/image" Target="../media/image17.png"/><Relationship Id="rId7" Type="http://schemas.openxmlformats.org/officeDocument/2006/relationships/tags" Target="../tags/tag1466.xml"/><Relationship Id="rId12" Type="http://schemas.openxmlformats.org/officeDocument/2006/relationships/tags" Target="../tags/tag1471.xml"/><Relationship Id="rId17" Type="http://schemas.openxmlformats.org/officeDocument/2006/relationships/tags" Target="../tags/tag1476.xml"/><Relationship Id="rId25" Type="http://schemas.openxmlformats.org/officeDocument/2006/relationships/tags" Target="../tags/tag1484.xml"/><Relationship Id="rId33" Type="http://schemas.openxmlformats.org/officeDocument/2006/relationships/image" Target="../media/image8.png"/><Relationship Id="rId2" Type="http://schemas.openxmlformats.org/officeDocument/2006/relationships/tags" Target="../tags/tag1461.xml"/><Relationship Id="rId16" Type="http://schemas.openxmlformats.org/officeDocument/2006/relationships/tags" Target="../tags/tag1475.xml"/><Relationship Id="rId20" Type="http://schemas.openxmlformats.org/officeDocument/2006/relationships/tags" Target="../tags/tag1479.xml"/><Relationship Id="rId29" Type="http://schemas.openxmlformats.org/officeDocument/2006/relationships/slideLayout" Target="../slideLayouts/slideLayout2.xml"/><Relationship Id="rId1" Type="http://schemas.openxmlformats.org/officeDocument/2006/relationships/tags" Target="../tags/tag1460.xml"/><Relationship Id="rId6" Type="http://schemas.openxmlformats.org/officeDocument/2006/relationships/tags" Target="../tags/tag1465.xml"/><Relationship Id="rId11" Type="http://schemas.openxmlformats.org/officeDocument/2006/relationships/tags" Target="../tags/tag1470.xml"/><Relationship Id="rId24" Type="http://schemas.openxmlformats.org/officeDocument/2006/relationships/tags" Target="../tags/tag1483.xml"/><Relationship Id="rId32" Type="http://schemas.openxmlformats.org/officeDocument/2006/relationships/image" Target="../media/image16.png"/><Relationship Id="rId5" Type="http://schemas.openxmlformats.org/officeDocument/2006/relationships/tags" Target="../tags/tag1464.xml"/><Relationship Id="rId15" Type="http://schemas.openxmlformats.org/officeDocument/2006/relationships/tags" Target="../tags/tag1474.xml"/><Relationship Id="rId23" Type="http://schemas.openxmlformats.org/officeDocument/2006/relationships/tags" Target="../tags/tag1482.xml"/><Relationship Id="rId28" Type="http://schemas.openxmlformats.org/officeDocument/2006/relationships/tags" Target="../tags/tag1487.xml"/><Relationship Id="rId36" Type="http://schemas.openxmlformats.org/officeDocument/2006/relationships/image" Target="../media/image20.png"/><Relationship Id="rId10" Type="http://schemas.openxmlformats.org/officeDocument/2006/relationships/tags" Target="../tags/tag1469.xml"/><Relationship Id="rId19" Type="http://schemas.openxmlformats.org/officeDocument/2006/relationships/tags" Target="../tags/tag1478.xml"/><Relationship Id="rId31" Type="http://schemas.openxmlformats.org/officeDocument/2006/relationships/image" Target="../media/image15.png"/><Relationship Id="rId4" Type="http://schemas.openxmlformats.org/officeDocument/2006/relationships/tags" Target="../tags/tag1463.xml"/><Relationship Id="rId9" Type="http://schemas.openxmlformats.org/officeDocument/2006/relationships/tags" Target="../tags/tag1468.xml"/><Relationship Id="rId14" Type="http://schemas.openxmlformats.org/officeDocument/2006/relationships/tags" Target="../tags/tag1473.xml"/><Relationship Id="rId22" Type="http://schemas.openxmlformats.org/officeDocument/2006/relationships/tags" Target="../tags/tag1481.xml"/><Relationship Id="rId27" Type="http://schemas.openxmlformats.org/officeDocument/2006/relationships/tags" Target="../tags/tag1486.xml"/><Relationship Id="rId30" Type="http://schemas.openxmlformats.org/officeDocument/2006/relationships/notesSlide" Target="../notesSlides/notesSlide132.xml"/><Relationship Id="rId35" Type="http://schemas.openxmlformats.org/officeDocument/2006/relationships/image" Target="../media/image18.jpeg"/><Relationship Id="rId8" Type="http://schemas.openxmlformats.org/officeDocument/2006/relationships/tags" Target="../tags/tag1467.xml"/></Relationships>
</file>

<file path=ppt/slides/_rels/slide136.xml.rels><?xml version="1.0" encoding="UTF-8" standalone="yes"?>
<Relationships xmlns="http://schemas.openxmlformats.org/package/2006/relationships"><Relationship Id="rId13" Type="http://schemas.openxmlformats.org/officeDocument/2006/relationships/tags" Target="../tags/tag1500.xml"/><Relationship Id="rId18" Type="http://schemas.openxmlformats.org/officeDocument/2006/relationships/tags" Target="../tags/tag1505.xml"/><Relationship Id="rId26" Type="http://schemas.openxmlformats.org/officeDocument/2006/relationships/tags" Target="../tags/tag1513.xml"/><Relationship Id="rId21" Type="http://schemas.openxmlformats.org/officeDocument/2006/relationships/tags" Target="../tags/tag1508.xml"/><Relationship Id="rId34" Type="http://schemas.openxmlformats.org/officeDocument/2006/relationships/image" Target="../media/image17.png"/><Relationship Id="rId7" Type="http://schemas.openxmlformats.org/officeDocument/2006/relationships/tags" Target="../tags/tag1494.xml"/><Relationship Id="rId12" Type="http://schemas.openxmlformats.org/officeDocument/2006/relationships/tags" Target="../tags/tag1499.xml"/><Relationship Id="rId17" Type="http://schemas.openxmlformats.org/officeDocument/2006/relationships/tags" Target="../tags/tag1504.xml"/><Relationship Id="rId25" Type="http://schemas.openxmlformats.org/officeDocument/2006/relationships/tags" Target="../tags/tag1512.xml"/><Relationship Id="rId33" Type="http://schemas.openxmlformats.org/officeDocument/2006/relationships/image" Target="../media/image8.png"/><Relationship Id="rId2" Type="http://schemas.openxmlformats.org/officeDocument/2006/relationships/tags" Target="../tags/tag1489.xml"/><Relationship Id="rId16" Type="http://schemas.openxmlformats.org/officeDocument/2006/relationships/tags" Target="../tags/tag1503.xml"/><Relationship Id="rId20" Type="http://schemas.openxmlformats.org/officeDocument/2006/relationships/tags" Target="../tags/tag1507.xml"/><Relationship Id="rId29" Type="http://schemas.openxmlformats.org/officeDocument/2006/relationships/slideLayout" Target="../slideLayouts/slideLayout2.xml"/><Relationship Id="rId1" Type="http://schemas.openxmlformats.org/officeDocument/2006/relationships/tags" Target="../tags/tag1488.xml"/><Relationship Id="rId6" Type="http://schemas.openxmlformats.org/officeDocument/2006/relationships/tags" Target="../tags/tag1493.xml"/><Relationship Id="rId11" Type="http://schemas.openxmlformats.org/officeDocument/2006/relationships/tags" Target="../tags/tag1498.xml"/><Relationship Id="rId24" Type="http://schemas.openxmlformats.org/officeDocument/2006/relationships/tags" Target="../tags/tag1511.xml"/><Relationship Id="rId32" Type="http://schemas.openxmlformats.org/officeDocument/2006/relationships/image" Target="../media/image16.png"/><Relationship Id="rId37" Type="http://schemas.openxmlformats.org/officeDocument/2006/relationships/image" Target="../media/image20.png"/><Relationship Id="rId5" Type="http://schemas.openxmlformats.org/officeDocument/2006/relationships/tags" Target="../tags/tag1492.xml"/><Relationship Id="rId15" Type="http://schemas.openxmlformats.org/officeDocument/2006/relationships/tags" Target="../tags/tag1502.xml"/><Relationship Id="rId23" Type="http://schemas.openxmlformats.org/officeDocument/2006/relationships/tags" Target="../tags/tag1510.xml"/><Relationship Id="rId28" Type="http://schemas.openxmlformats.org/officeDocument/2006/relationships/tags" Target="../tags/tag1515.xml"/><Relationship Id="rId36" Type="http://schemas.openxmlformats.org/officeDocument/2006/relationships/image" Target="../media/image21.png"/><Relationship Id="rId10" Type="http://schemas.openxmlformats.org/officeDocument/2006/relationships/tags" Target="../tags/tag1497.xml"/><Relationship Id="rId19" Type="http://schemas.openxmlformats.org/officeDocument/2006/relationships/tags" Target="../tags/tag1506.xml"/><Relationship Id="rId31" Type="http://schemas.openxmlformats.org/officeDocument/2006/relationships/image" Target="../media/image15.png"/><Relationship Id="rId4" Type="http://schemas.openxmlformats.org/officeDocument/2006/relationships/tags" Target="../tags/tag1491.xml"/><Relationship Id="rId9" Type="http://schemas.openxmlformats.org/officeDocument/2006/relationships/tags" Target="../tags/tag1496.xml"/><Relationship Id="rId14" Type="http://schemas.openxmlformats.org/officeDocument/2006/relationships/tags" Target="../tags/tag1501.xml"/><Relationship Id="rId22" Type="http://schemas.openxmlformats.org/officeDocument/2006/relationships/tags" Target="../tags/tag1509.xml"/><Relationship Id="rId27" Type="http://schemas.openxmlformats.org/officeDocument/2006/relationships/tags" Target="../tags/tag1514.xml"/><Relationship Id="rId30" Type="http://schemas.openxmlformats.org/officeDocument/2006/relationships/notesSlide" Target="../notesSlides/notesSlide133.xml"/><Relationship Id="rId35" Type="http://schemas.openxmlformats.org/officeDocument/2006/relationships/image" Target="../media/image18.jpeg"/><Relationship Id="rId8" Type="http://schemas.openxmlformats.org/officeDocument/2006/relationships/tags" Target="../tags/tag1495.xml"/><Relationship Id="rId3" Type="http://schemas.openxmlformats.org/officeDocument/2006/relationships/tags" Target="../tags/tag1490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tags" Target="../tags/tag1523.xml"/><Relationship Id="rId13" Type="http://schemas.openxmlformats.org/officeDocument/2006/relationships/tags" Target="../tags/tag1528.xml"/><Relationship Id="rId18" Type="http://schemas.openxmlformats.org/officeDocument/2006/relationships/tags" Target="../tags/tag1533.xml"/><Relationship Id="rId26" Type="http://schemas.openxmlformats.org/officeDocument/2006/relationships/image" Target="../media/image16.png"/><Relationship Id="rId3" Type="http://schemas.openxmlformats.org/officeDocument/2006/relationships/tags" Target="../tags/tag1518.xml"/><Relationship Id="rId21" Type="http://schemas.openxmlformats.org/officeDocument/2006/relationships/tags" Target="../tags/tag1536.xml"/><Relationship Id="rId7" Type="http://schemas.openxmlformats.org/officeDocument/2006/relationships/tags" Target="../tags/tag1522.xml"/><Relationship Id="rId12" Type="http://schemas.openxmlformats.org/officeDocument/2006/relationships/tags" Target="../tags/tag1527.xml"/><Relationship Id="rId17" Type="http://schemas.openxmlformats.org/officeDocument/2006/relationships/tags" Target="../tags/tag1532.xml"/><Relationship Id="rId25" Type="http://schemas.openxmlformats.org/officeDocument/2006/relationships/image" Target="../media/image15.png"/><Relationship Id="rId2" Type="http://schemas.openxmlformats.org/officeDocument/2006/relationships/tags" Target="../tags/tag1517.xml"/><Relationship Id="rId16" Type="http://schemas.openxmlformats.org/officeDocument/2006/relationships/tags" Target="../tags/tag1531.xml"/><Relationship Id="rId20" Type="http://schemas.openxmlformats.org/officeDocument/2006/relationships/tags" Target="../tags/tag1535.xml"/><Relationship Id="rId29" Type="http://schemas.openxmlformats.org/officeDocument/2006/relationships/image" Target="../media/image18.jpeg"/><Relationship Id="rId1" Type="http://schemas.openxmlformats.org/officeDocument/2006/relationships/tags" Target="../tags/tag1516.xml"/><Relationship Id="rId6" Type="http://schemas.openxmlformats.org/officeDocument/2006/relationships/tags" Target="../tags/tag1521.xml"/><Relationship Id="rId11" Type="http://schemas.openxmlformats.org/officeDocument/2006/relationships/tags" Target="../tags/tag1526.xml"/><Relationship Id="rId24" Type="http://schemas.openxmlformats.org/officeDocument/2006/relationships/notesSlide" Target="../notesSlides/notesSlide134.xml"/><Relationship Id="rId5" Type="http://schemas.openxmlformats.org/officeDocument/2006/relationships/tags" Target="../tags/tag1520.xml"/><Relationship Id="rId15" Type="http://schemas.openxmlformats.org/officeDocument/2006/relationships/tags" Target="../tags/tag1530.xml"/><Relationship Id="rId23" Type="http://schemas.openxmlformats.org/officeDocument/2006/relationships/slideLayout" Target="../slideLayouts/slideLayout2.xml"/><Relationship Id="rId28" Type="http://schemas.openxmlformats.org/officeDocument/2006/relationships/image" Target="../media/image17.png"/><Relationship Id="rId10" Type="http://schemas.openxmlformats.org/officeDocument/2006/relationships/tags" Target="../tags/tag1525.xml"/><Relationship Id="rId19" Type="http://schemas.openxmlformats.org/officeDocument/2006/relationships/tags" Target="../tags/tag1534.xml"/><Relationship Id="rId31" Type="http://schemas.openxmlformats.org/officeDocument/2006/relationships/image" Target="../media/image20.png"/><Relationship Id="rId4" Type="http://schemas.openxmlformats.org/officeDocument/2006/relationships/tags" Target="../tags/tag1519.xml"/><Relationship Id="rId9" Type="http://schemas.openxmlformats.org/officeDocument/2006/relationships/tags" Target="../tags/tag1524.xml"/><Relationship Id="rId14" Type="http://schemas.openxmlformats.org/officeDocument/2006/relationships/tags" Target="../tags/tag1529.xml"/><Relationship Id="rId22" Type="http://schemas.openxmlformats.org/officeDocument/2006/relationships/tags" Target="../tags/tag1537.xml"/><Relationship Id="rId27" Type="http://schemas.openxmlformats.org/officeDocument/2006/relationships/image" Target="../media/image8.png"/><Relationship Id="rId30" Type="http://schemas.openxmlformats.org/officeDocument/2006/relationships/image" Target="../media/image21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38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39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4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26FC92-4554-0F87-93E2-4FB966131C2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-30895" y="801298"/>
            <a:ext cx="12253785" cy="1432815"/>
          </a:xfrm>
          <a:solidFill>
            <a:srgbClr val="C00000"/>
          </a:solidFill>
        </p:spPr>
        <p:txBody>
          <a:bodyPr>
            <a:normAutofit/>
          </a:bodyPr>
          <a:lstStyle/>
          <a:p>
            <a:r>
              <a:rPr lang="en-US" sz="8000" b="1" dirty="0">
                <a:solidFill>
                  <a:schemeClr val="bg1"/>
                </a:solidFill>
                <a:latin typeface="Broadway" pitchFamily="82" charset="77"/>
                <a:ea typeface="Padyakke Expanded One" pitchFamily="2" charset="77"/>
                <a:cs typeface="Padyakke Expanded One" pitchFamily="2" charset="77"/>
              </a:rPr>
              <a:t>CSE 508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4923C17-A2AC-41EE-5C52-A35072A9C88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1" y="2393004"/>
            <a:ext cx="12191999" cy="2230884"/>
          </a:xfrm>
        </p:spPr>
        <p:txBody>
          <a:bodyPr>
            <a:normAutofit/>
          </a:bodyPr>
          <a:lstStyle/>
          <a:p>
            <a:r>
              <a:rPr lang="en-US" sz="6000" i="1" dirty="0">
                <a:latin typeface="Avenir Next" panose="020B0503020202020204" pitchFamily="34" charset="0"/>
              </a:rPr>
              <a:t>Network Security (Lecture 6 – Core Protocol DNS and its Security)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4E15D6F-2078-4E74-5A9E-502C766545B2}"/>
              </a:ext>
            </a:extLst>
          </p:cNvPr>
          <p:cNvSpPr txBox="1"/>
          <p:nvPr/>
        </p:nvSpPr>
        <p:spPr>
          <a:xfrm>
            <a:off x="24714" y="4589849"/>
            <a:ext cx="12167286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200" b="1" i="1" dirty="0">
                <a:solidFill>
                  <a:srgbClr val="C00000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Omar Haider Chowdhury</a:t>
            </a:r>
          </a:p>
          <a:p>
            <a:pPr algn="ctr"/>
            <a:r>
              <a:rPr lang="en-US" sz="3200" i="1" dirty="0">
                <a:latin typeface="Avenir Next" panose="020B0503020202020204" pitchFamily="34" charset="0"/>
                <a:ea typeface="Roboto Black" panose="02000000000000000000" pitchFamily="2" charset="0"/>
                <a:cs typeface="Avenir Next LT Pro Light" panose="020F0302020204030204" pitchFamily="34" charset="0"/>
              </a:rPr>
              <a:t>Empire Innovation Scholar and Associate Professor</a:t>
            </a:r>
          </a:p>
          <a:p>
            <a:pPr algn="ctr"/>
            <a:r>
              <a:rPr lang="en-US" sz="3200" i="1" dirty="0">
                <a:latin typeface="Avenir Next" panose="020B0503020202020204" pitchFamily="34" charset="0"/>
                <a:ea typeface="Roboto Black" panose="02000000000000000000" pitchFamily="2" charset="0"/>
                <a:cs typeface="Avenir Next LT Pro Light" panose="020F0302020204030204" pitchFamily="34" charset="0"/>
              </a:rPr>
              <a:t>Department of Computer Science</a:t>
            </a:r>
          </a:p>
          <a:p>
            <a:pPr algn="ctr"/>
            <a:r>
              <a:rPr lang="en-US" sz="3200" i="1" dirty="0">
                <a:latin typeface="Avenir Next" panose="020B0503020202020204" pitchFamily="34" charset="0"/>
                <a:ea typeface="Roboto Black" panose="02000000000000000000" pitchFamily="2" charset="0"/>
                <a:cs typeface="Avenir Next LT Pro Light" panose="020F0302020204030204" pitchFamily="34" charset="0"/>
              </a:rPr>
              <a:t>Stony Brook University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5035835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4122E2-AF9D-6FDC-EACA-6715BE16EAE6}"/>
              </a:ext>
            </a:extLst>
          </p:cNvPr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838200" y="1069383"/>
            <a:ext cx="10515600" cy="5579390"/>
          </a:xfrm>
        </p:spPr>
        <p:txBody>
          <a:bodyPr>
            <a:normAutofit fontScale="92500" lnSpcReduction="10000"/>
          </a:bodyPr>
          <a:lstStyle/>
          <a:p>
            <a:r>
              <a:rPr lang="en-US" sz="4000" dirty="0"/>
              <a:t>This class will have the following modules:</a:t>
            </a:r>
          </a:p>
          <a:p>
            <a:pPr lvl="1"/>
            <a:r>
              <a:rPr lang="en-US" sz="3600" dirty="0"/>
              <a:t>Background: </a:t>
            </a:r>
          </a:p>
          <a:p>
            <a:pPr lvl="2"/>
            <a:r>
              <a:rPr lang="en-US" sz="3200" dirty="0"/>
              <a:t>Cryptography</a:t>
            </a:r>
          </a:p>
          <a:p>
            <a:pPr lvl="2"/>
            <a:r>
              <a:rPr lang="en-US" sz="3200" dirty="0"/>
              <a:t>Introduction to Network and Protocols</a:t>
            </a:r>
          </a:p>
          <a:p>
            <a:pPr lvl="1"/>
            <a:r>
              <a:rPr lang="en-US" sz="3600" dirty="0"/>
              <a:t>Authentication</a:t>
            </a:r>
          </a:p>
          <a:p>
            <a:pPr lvl="1"/>
            <a:r>
              <a:rPr lang="en-US" sz="3600" dirty="0"/>
              <a:t>Access Control</a:t>
            </a:r>
          </a:p>
          <a:p>
            <a:pPr lvl="1"/>
            <a:r>
              <a:rPr lang="en-US" sz="3600" dirty="0"/>
              <a:t>Attacks and Defenses against protocols </a:t>
            </a:r>
          </a:p>
          <a:p>
            <a:pPr lvl="1"/>
            <a:r>
              <a:rPr lang="en-US" sz="3600" dirty="0"/>
              <a:t>Essential tools for attack and defense</a:t>
            </a:r>
          </a:p>
          <a:p>
            <a:pPr lvl="1"/>
            <a:r>
              <a:rPr lang="en-US" sz="3600" dirty="0"/>
              <a:t>Web Security</a:t>
            </a:r>
          </a:p>
          <a:p>
            <a:pPr lvl="1"/>
            <a:r>
              <a:rPr lang="en-US" sz="3600" dirty="0"/>
              <a:t>Privacy and Anonymity </a:t>
            </a:r>
          </a:p>
          <a:p>
            <a:pPr lvl="1"/>
            <a:r>
              <a:rPr lang="en-US" sz="3600" dirty="0"/>
              <a:t>Advanced Topics (Protocol Verification)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-8092" y="-5493"/>
            <a:ext cx="6098058" cy="738664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200" dirty="0">
                <a:solidFill>
                  <a:schemeClr val="bg1"/>
                </a:solidFill>
                <a:latin typeface="Playfair Display Medium" pitchFamily="2" charset="77"/>
              </a:rPr>
              <a:t>Modules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906178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4122E2-AF9D-6FDC-EACA-6715BE16EAE6}"/>
              </a:ext>
            </a:extLst>
          </p:cNvPr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838200" y="1069383"/>
            <a:ext cx="10515600" cy="5579390"/>
          </a:xfrm>
        </p:spPr>
        <p:txBody>
          <a:bodyPr>
            <a:normAutofit fontScale="92500" lnSpcReduction="10000"/>
          </a:bodyPr>
          <a:lstStyle/>
          <a:p>
            <a:r>
              <a:rPr lang="en-US" sz="4000" dirty="0"/>
              <a:t>This class will have the following modules:</a:t>
            </a:r>
          </a:p>
          <a:p>
            <a:pPr lvl="1"/>
            <a:r>
              <a:rPr lang="en-US" sz="3600" dirty="0"/>
              <a:t>Background: </a:t>
            </a:r>
          </a:p>
          <a:p>
            <a:pPr lvl="2"/>
            <a:r>
              <a:rPr lang="en-US" sz="3200" dirty="0"/>
              <a:t>Cryptography</a:t>
            </a:r>
          </a:p>
          <a:p>
            <a:pPr lvl="2"/>
            <a:r>
              <a:rPr lang="en-US" sz="3200" dirty="0"/>
              <a:t>Introduction to Network and Protocols</a:t>
            </a:r>
          </a:p>
          <a:p>
            <a:pPr lvl="1"/>
            <a:r>
              <a:rPr lang="en-US" sz="3600" dirty="0"/>
              <a:t>Authentication</a:t>
            </a:r>
          </a:p>
          <a:p>
            <a:pPr lvl="1"/>
            <a:r>
              <a:rPr lang="en-US" sz="3600" dirty="0"/>
              <a:t>Access Control</a:t>
            </a:r>
          </a:p>
          <a:p>
            <a:pPr lvl="1"/>
            <a:r>
              <a:rPr lang="en-US" sz="3600" dirty="0"/>
              <a:t>Attacks and Defenses against protocols </a:t>
            </a:r>
          </a:p>
          <a:p>
            <a:pPr lvl="1"/>
            <a:r>
              <a:rPr lang="en-US" sz="3600" dirty="0"/>
              <a:t>Essential tools for attack and defense</a:t>
            </a:r>
          </a:p>
          <a:p>
            <a:pPr lvl="1"/>
            <a:r>
              <a:rPr lang="en-US" sz="3600" dirty="0"/>
              <a:t>Web Security</a:t>
            </a:r>
          </a:p>
          <a:p>
            <a:pPr lvl="1"/>
            <a:r>
              <a:rPr lang="en-US" sz="3600" dirty="0"/>
              <a:t>Privacy and Anonymity </a:t>
            </a:r>
          </a:p>
          <a:p>
            <a:pPr lvl="1"/>
            <a:r>
              <a:rPr lang="en-US" sz="3600" dirty="0"/>
              <a:t>Advanced Topics (Protocol Verification)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-8092" y="-5493"/>
            <a:ext cx="6098058" cy="738664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200" dirty="0">
                <a:solidFill>
                  <a:schemeClr val="bg1"/>
                </a:solidFill>
                <a:latin typeface="Playfair Display Medium" pitchFamily="2" charset="77"/>
              </a:rPr>
              <a:t>Modules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A9A4AF2-6993-CCCD-C180-90193F34055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552248" y="3774687"/>
            <a:ext cx="7480239" cy="524108"/>
          </a:xfrm>
          <a:prstGeom prst="rect">
            <a:avLst/>
          </a:prstGeom>
          <a:noFill/>
          <a:ln w="76200">
            <a:solidFill>
              <a:srgbClr val="C0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8195442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1000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>
                <a:solidFill>
                  <a:schemeClr val="bg1"/>
                </a:solidFill>
                <a:latin typeface="Playfair Display Medium" pitchFamily="2" charset="77"/>
              </a:rPr>
              <a:t>Reading</a:t>
            </a:r>
            <a:endParaRPr lang="en-US" sz="4000" dirty="0">
              <a:solidFill>
                <a:schemeClr val="bg1"/>
              </a:solidFill>
              <a:latin typeface="Playfair Display Medium" pitchFamily="2" charset="77"/>
            </a:endParaRP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 sz="4700"/>
            </a:pPr>
            <a:r>
              <a:rPr lang="en-US" sz="3600" dirty="0">
                <a:latin typeface="Avenir Next" panose="020B0503020202020204" pitchFamily="34" charset="0"/>
              </a:rPr>
              <a:t>First attack by </a:t>
            </a:r>
            <a:r>
              <a:rPr lang="en-US" sz="3600" dirty="0" err="1">
                <a:latin typeface="Avenir Next" panose="020B0503020202020204" pitchFamily="34" charset="0"/>
              </a:rPr>
              <a:t>Schuba</a:t>
            </a:r>
            <a:r>
              <a:rPr lang="en-US" sz="3600" dirty="0">
                <a:latin typeface="Avenir Next" panose="020B0503020202020204" pitchFamily="34" charset="0"/>
              </a:rPr>
              <a:t> and Spafford: </a:t>
            </a:r>
          </a:p>
          <a:p>
            <a:pPr lvl="1">
              <a:defRPr sz="4700"/>
            </a:pPr>
            <a:r>
              <a:rPr lang="en-US" altLang="en-US" sz="4000" dirty="0">
                <a:latin typeface="Avenir Next" panose="020B0503020202020204" pitchFamily="34" charset="0"/>
                <a:hlinkClick r:id="rId4"/>
              </a:rPr>
              <a:t>http://www.openbsd.org/advisories/sni_12_resolverid.txt</a:t>
            </a:r>
            <a:endParaRPr lang="en-US" sz="3600" dirty="0">
              <a:latin typeface="Avenir Next" panose="020B0503020202020204" pitchFamily="34" charset="0"/>
            </a:endParaRPr>
          </a:p>
          <a:p>
            <a:pPr>
              <a:defRPr sz="4700"/>
            </a:pPr>
            <a:r>
              <a:rPr lang="en-US" sz="3600" dirty="0">
                <a:latin typeface="Avenir Next" panose="020B0503020202020204" pitchFamily="34" charset="0"/>
              </a:rPr>
              <a:t> An illustrated Guide to Kaminsky DNS Vulnerability:</a:t>
            </a:r>
          </a:p>
          <a:p>
            <a:pPr lvl="1">
              <a:defRPr sz="4700"/>
            </a:pPr>
            <a:r>
              <a:rPr lang="en-US" sz="3200" dirty="0">
                <a:latin typeface="Avenir Next" panose="020B0503020202020204" pitchFamily="34" charset="0"/>
              </a:rPr>
              <a:t> </a:t>
            </a:r>
            <a:r>
              <a:rPr lang="en-US" sz="3200" dirty="0">
                <a:latin typeface="Avenir Next" panose="020B0503020202020204" pitchFamily="34" charset="0"/>
                <a:hlinkClick r:id="rId5"/>
              </a:rPr>
              <a:t>http://unixwiz.net/techtips/iguide-kaminsky-dns-vuln.html</a:t>
            </a:r>
            <a:endParaRPr lang="en-US" sz="3200" dirty="0">
              <a:latin typeface="Avenir Next" panose="020B0503020202020204" pitchFamily="34" charset="0"/>
            </a:endParaRPr>
          </a:p>
          <a:p>
            <a:pPr marL="457200" lvl="1" indent="0">
              <a:buNone/>
              <a:defRPr sz="4700"/>
            </a:pPr>
            <a:endParaRPr lang="en-US" sz="3200" dirty="0">
              <a:latin typeface="Avenir Next" panose="020B0503020202020204" pitchFamily="34" charset="0"/>
            </a:endParaRPr>
          </a:p>
          <a:p>
            <a:pPr>
              <a:defRPr sz="4700"/>
            </a:pPr>
            <a:r>
              <a:rPr lang="en-US" sz="3600" dirty="0">
                <a:latin typeface="Avenir Next" panose="020B0503020202020204" pitchFamily="34" charset="0"/>
              </a:rPr>
              <a:t> Dan Kaminsky’s Black Hat DNS attack presentation: </a:t>
            </a:r>
          </a:p>
          <a:p>
            <a:pPr lvl="1">
              <a:defRPr sz="4700"/>
            </a:pPr>
            <a:r>
              <a:rPr lang="en-US" sz="3200" dirty="0">
                <a:latin typeface="Avenir Next" panose="020B0503020202020204" pitchFamily="34" charset="0"/>
              </a:rPr>
              <a:t> </a:t>
            </a:r>
            <a:r>
              <a:rPr lang="en-US" sz="3200" dirty="0">
                <a:latin typeface="Avenir Next" panose="020B0503020202020204" pitchFamily="34" charset="0"/>
                <a:hlinkClick r:id="rId6"/>
              </a:rPr>
              <a:t>https://www.blackhat.com/presentations/bh-dc-09/Kaminsky/BlackHat-DC-09-Kaminsky-DNS-Critical-Infrastructure.pdf</a:t>
            </a:r>
            <a:endParaRPr lang="en-US" sz="3200" dirty="0">
              <a:latin typeface="Avenir Next" panose="020B0503020202020204" pitchFamily="34" charset="0"/>
            </a:endParaRPr>
          </a:p>
          <a:p>
            <a:pPr marL="457200" lvl="1" indent="0">
              <a:buNone/>
              <a:defRPr sz="4700"/>
            </a:pPr>
            <a:endParaRPr lang="en-US" sz="3200" dirty="0"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8968001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1000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Purpose of Naming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3600" dirty="0">
                <a:latin typeface="Avenir Next" panose="020B0503020202020204" pitchFamily="34" charset="0"/>
              </a:rPr>
              <a:t>Addresses are used to locate objects</a:t>
            </a:r>
          </a:p>
          <a:p>
            <a:endParaRPr lang="en-US" altLang="en-US" sz="3600" dirty="0">
              <a:latin typeface="Avenir Next" panose="020B0503020202020204" pitchFamily="34" charset="0"/>
            </a:endParaRPr>
          </a:p>
          <a:p>
            <a:r>
              <a:rPr lang="en-US" altLang="en-US" sz="3600" dirty="0">
                <a:latin typeface="Avenir Next" panose="020B0503020202020204" pitchFamily="34" charset="0"/>
              </a:rPr>
              <a:t>Names are easier to remember than numbers</a:t>
            </a:r>
          </a:p>
          <a:p>
            <a:endParaRPr lang="en-US" altLang="en-US" sz="3600" dirty="0">
              <a:latin typeface="Avenir Next" panose="020B0503020202020204" pitchFamily="34" charset="0"/>
            </a:endParaRPr>
          </a:p>
          <a:p>
            <a:r>
              <a:rPr lang="en-US" altLang="en-US" sz="3600" dirty="0">
                <a:latin typeface="Avenir Next" panose="020B0503020202020204" pitchFamily="34" charset="0"/>
              </a:rPr>
              <a:t>You would like to get to the address or other objects using a name</a:t>
            </a:r>
          </a:p>
          <a:p>
            <a:endParaRPr lang="en-US" altLang="en-US" sz="3600" dirty="0">
              <a:latin typeface="Avenir Next" panose="020B0503020202020204" pitchFamily="34" charset="0"/>
            </a:endParaRPr>
          </a:p>
          <a:p>
            <a:r>
              <a:rPr lang="en-US" altLang="en-US" sz="3600" b="1" dirty="0">
                <a:latin typeface="Avenir Next" panose="020B0503020202020204" pitchFamily="34" charset="0"/>
              </a:rPr>
              <a:t>DNS provides a mapping from names to resources of several types</a:t>
            </a:r>
            <a:endParaRPr lang="en-US" sz="6000" dirty="0"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9841727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700056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Domain Name System (DNS)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000" i="1" dirty="0">
                <a:latin typeface="Avenir Next" panose="020B0503020202020204" pitchFamily="34" charset="0"/>
              </a:rPr>
              <a:t>Forward DNS Resolution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Given a domain name lookup the associated IP address </a:t>
            </a:r>
          </a:p>
          <a:p>
            <a:pPr lvl="1"/>
            <a:r>
              <a:rPr lang="en-US" sz="3600" b="1" dirty="0">
                <a:latin typeface="Avenir Next" panose="020B0503020202020204" pitchFamily="34" charset="0"/>
              </a:rPr>
              <a:t>Example</a:t>
            </a:r>
            <a:r>
              <a:rPr lang="en-US" sz="3600" dirty="0">
                <a:latin typeface="Avenir Next" panose="020B0503020202020204" pitchFamily="34" charset="0"/>
              </a:rPr>
              <a:t>: </a:t>
            </a:r>
            <a:r>
              <a:rPr lang="en-US" sz="3600" b="1" dirty="0" err="1">
                <a:latin typeface="Avenir Next" panose="020B0503020202020204" pitchFamily="34" charset="0"/>
              </a:rPr>
              <a:t>cs.stonybrook.edu</a:t>
            </a:r>
            <a:r>
              <a:rPr lang="en-US" sz="3600" b="1" dirty="0">
                <a:latin typeface="Avenir Next" panose="020B0503020202020204" pitchFamily="34" charset="0"/>
              </a:rPr>
              <a:t> </a:t>
            </a:r>
            <a:r>
              <a:rPr lang="en-US" sz="3600" b="1" dirty="0">
                <a:latin typeface="Avenir Next" panose="020B0503020202020204" pitchFamily="34" charset="0"/>
                <a:ea typeface="Cambria Math" panose="02040503050406030204" pitchFamily="18" charset="0"/>
              </a:rPr>
              <a:t>⇒ </a:t>
            </a:r>
            <a:r>
              <a:rPr lang="en-US" sz="3600" b="1" dirty="0">
                <a:latin typeface="Avenir Next" panose="020B0503020202020204" pitchFamily="34" charset="0"/>
              </a:rPr>
              <a:t>23.185.0.2 </a:t>
            </a:r>
            <a:br>
              <a:rPr lang="en-US" sz="3600" b="1" dirty="0">
                <a:latin typeface="Avenir Next" panose="020B0503020202020204" pitchFamily="34" charset="0"/>
              </a:rPr>
            </a:br>
            <a:endParaRPr lang="en-US" sz="3600" b="1" dirty="0">
              <a:latin typeface="Avenir Next" panose="020B0503020202020204" pitchFamily="34" charset="0"/>
            </a:endParaRPr>
          </a:p>
          <a:p>
            <a:r>
              <a:rPr lang="en-US" sz="4000" i="1" dirty="0">
                <a:latin typeface="Avenir Next" panose="020B0503020202020204" pitchFamily="34" charset="0"/>
              </a:rPr>
              <a:t>Reverse DNS lookup</a:t>
            </a:r>
            <a:r>
              <a:rPr lang="en-US" sz="40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Given an IP address lookup the domain name associated with the IP address </a:t>
            </a:r>
          </a:p>
          <a:p>
            <a:pPr lvl="1"/>
            <a:r>
              <a:rPr lang="en-US" sz="3600" b="1" dirty="0">
                <a:latin typeface="Avenir Next" panose="020B0503020202020204" pitchFamily="34" charset="0"/>
              </a:rPr>
              <a:t>Usage</a:t>
            </a:r>
            <a:r>
              <a:rPr lang="en-US" sz="3600" dirty="0">
                <a:latin typeface="Avenir Next" panose="020B0503020202020204" pitchFamily="34" charset="0"/>
              </a:rPr>
              <a:t>: Network troubleshooting, anti-spam techniques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728120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700056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- Distributed Database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000" dirty="0">
                <a:latin typeface="Avenir Next" panose="020B0503020202020204" pitchFamily="34" charset="0"/>
              </a:rPr>
              <a:t> DNS records are kept in a  distributed fashion </a:t>
            </a:r>
            <a:br>
              <a:rPr lang="en-US" sz="4000" dirty="0">
                <a:latin typeface="Avenir Next" panose="020B0503020202020204" pitchFamily="34" charset="0"/>
              </a:rPr>
            </a:br>
            <a:endParaRPr lang="en-US" sz="4000" dirty="0">
              <a:latin typeface="Avenir Next" panose="020B0503020202020204" pitchFamily="34" charset="0"/>
            </a:endParaRPr>
          </a:p>
          <a:p>
            <a:r>
              <a:rPr lang="en-US" sz="4000" dirty="0">
                <a:latin typeface="Avenir Next" panose="020B0503020202020204" pitchFamily="34" charset="0"/>
              </a:rPr>
              <a:t> Highly dynamic </a:t>
            </a:r>
            <a:br>
              <a:rPr lang="en-US" sz="4000" dirty="0">
                <a:latin typeface="Avenir Next" panose="020B0503020202020204" pitchFamily="34" charset="0"/>
              </a:rPr>
            </a:br>
            <a:endParaRPr lang="en-US" sz="4000" dirty="0">
              <a:latin typeface="Avenir Next" panose="020B0503020202020204" pitchFamily="34" charset="0"/>
            </a:endParaRPr>
          </a:p>
          <a:p>
            <a:r>
              <a:rPr lang="en-US" sz="4000" dirty="0">
                <a:latin typeface="Avenir Next" panose="020B0503020202020204" pitchFamily="34" charset="0"/>
              </a:rPr>
              <a:t> Decentralized authority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6368197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816597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– Hierarchical Namespace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92C0BFC-DF26-7120-3031-ACAB75B6C0F5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6"/>
          <a:stretch>
            <a:fillRect/>
          </a:stretch>
        </p:blipFill>
        <p:spPr>
          <a:xfrm>
            <a:off x="1524001" y="1690689"/>
            <a:ext cx="9144000" cy="418840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9356890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816597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– Hierarchical Namespace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92C0BFC-DF26-7120-3031-ACAB75B6C0F5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1524001" y="1690689"/>
            <a:ext cx="9144000" cy="4188403"/>
          </a:xfrm>
          <a:prstGeom prst="rect">
            <a:avLst/>
          </a:prstGeom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EDC0DAA5-B7C5-0993-9870-D1A444B28F56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573430" y="2570205"/>
            <a:ext cx="5585253" cy="708454"/>
          </a:xfrm>
          <a:prstGeom prst="round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Oval Callout 3">
            <a:extLst>
              <a:ext uri="{FF2B5EF4-FFF2-40B4-BE49-F238E27FC236}">
                <a16:creationId xmlns:a16="http://schemas.microsoft.com/office/drawing/2014/main" id="{1316D13B-5C93-5CE9-FE8C-09FC2056A85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7305418" y="1426112"/>
            <a:ext cx="1705232" cy="1408670"/>
          </a:xfrm>
          <a:prstGeom prst="wedgeEllipseCallout">
            <a:avLst>
              <a:gd name="adj1" fmla="val -60930"/>
              <a:gd name="adj2" fmla="val 50219"/>
            </a:avLst>
          </a:prstGeom>
          <a:solidFill>
            <a:srgbClr val="C00000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Top-level domains (TLD)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7370506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297268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Root DNS Servers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F2D15B4-BA74-A2AF-19B9-47A51823B4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5421" y="990359"/>
            <a:ext cx="10068910" cy="574907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1489110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Domain Name Servers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>
                <a:latin typeface="Avenir Next" panose="020B0503020202020204" pitchFamily="34" charset="0"/>
              </a:rPr>
              <a:t>Top-level domain (TLD) servers</a:t>
            </a:r>
            <a:r>
              <a:rPr lang="en-US" sz="24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Responsible for com, org, net, </a:t>
            </a:r>
            <a:r>
              <a:rPr lang="en-US" sz="2000" dirty="0" err="1">
                <a:latin typeface="Avenir Next" panose="020B0503020202020204" pitchFamily="34" charset="0"/>
              </a:rPr>
              <a:t>edu</a:t>
            </a:r>
            <a:r>
              <a:rPr lang="en-US" sz="2000" dirty="0">
                <a:latin typeface="Avenir Next" panose="020B0503020202020204" pitchFamily="34" charset="0"/>
              </a:rPr>
              <a:t>, etc. 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All top-level country domains, e.g. </a:t>
            </a:r>
            <a:r>
              <a:rPr lang="en-US" sz="2000" dirty="0" err="1">
                <a:latin typeface="Avenir Next" panose="020B0503020202020204" pitchFamily="34" charset="0"/>
              </a:rPr>
              <a:t>uk</a:t>
            </a:r>
            <a:r>
              <a:rPr lang="en-US" sz="2000" dirty="0">
                <a:latin typeface="Avenir Next" panose="020B0503020202020204" pitchFamily="34" charset="0"/>
              </a:rPr>
              <a:t>, </a:t>
            </a:r>
            <a:r>
              <a:rPr lang="en-US" sz="2000" dirty="0" err="1">
                <a:latin typeface="Avenir Next" panose="020B0503020202020204" pitchFamily="34" charset="0"/>
              </a:rPr>
              <a:t>fr</a:t>
            </a:r>
            <a:r>
              <a:rPr lang="en-US" sz="2000" dirty="0">
                <a:latin typeface="Avenir Next" panose="020B0503020202020204" pitchFamily="34" charset="0"/>
              </a:rPr>
              <a:t>, ca, </a:t>
            </a:r>
            <a:r>
              <a:rPr lang="en-US" sz="2000" dirty="0" err="1">
                <a:latin typeface="Avenir Next" panose="020B0503020202020204" pitchFamily="34" charset="0"/>
              </a:rPr>
              <a:t>jp</a:t>
            </a:r>
            <a:r>
              <a:rPr lang="en-US" sz="2000" dirty="0">
                <a:latin typeface="Avenir Next" panose="020B0503020202020204" pitchFamily="34" charset="0"/>
              </a:rPr>
              <a:t>, in.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Network Solutions, LLC  controls </a:t>
            </a:r>
            <a:r>
              <a:rPr lang="en-US" sz="2000" b="1" dirty="0">
                <a:latin typeface="Avenir Next" panose="020B0503020202020204" pitchFamily="34" charset="0"/>
              </a:rPr>
              <a:t>com</a:t>
            </a:r>
            <a:r>
              <a:rPr lang="en-US" sz="2000" dirty="0">
                <a:latin typeface="Avenir Next" panose="020B0503020202020204" pitchFamily="34" charset="0"/>
              </a:rPr>
              <a:t> servers </a:t>
            </a:r>
          </a:p>
          <a:p>
            <a:r>
              <a:rPr lang="en-US" sz="2400" b="1" dirty="0">
                <a:latin typeface="Avenir Next" panose="020B0503020202020204" pitchFamily="34" charset="0"/>
              </a:rPr>
              <a:t>Authoritative DNS servers</a:t>
            </a:r>
            <a:r>
              <a:rPr lang="en-US" sz="24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Organization’s DNS servers, providing authoritative hostname to IP mappings for organization’s servers.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Can be maintained by organization or service provider </a:t>
            </a:r>
          </a:p>
          <a:p>
            <a:r>
              <a:rPr lang="en-US" sz="2400" b="1" dirty="0">
                <a:latin typeface="Avenir Next" panose="020B0503020202020204" pitchFamily="34" charset="0"/>
              </a:rPr>
              <a:t>Local DNS servers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Not strictly part of the domain hierarchy </a:t>
            </a:r>
          </a:p>
          <a:p>
            <a:pPr lvl="1"/>
            <a:r>
              <a:rPr lang="en-US" sz="2000" dirty="0">
                <a:latin typeface="Avenir Next" panose="020B0503020202020204" pitchFamily="34" charset="0"/>
              </a:rPr>
              <a:t>Each ISP (university, hospital, company) has one 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DBD2CBC-E764-0572-76FC-93E72C3F5FEB}"/>
              </a:ext>
            </a:extLst>
          </p:cNvPr>
          <p:cNvSpPr/>
          <p:nvPr/>
        </p:nvSpPr>
        <p:spPr>
          <a:xfrm>
            <a:off x="0" y="5029200"/>
            <a:ext cx="12192000" cy="18288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400" b="1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;; ANSWER SECTION: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cs.stonybrook.edu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900 IN NS </a:t>
            </a:r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mewho.stonybrook.edu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cs.stonybrook.edu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900 IN NS </a:t>
            </a:r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nocnoc.stonybrook.edu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cs.stonybrook.edu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900 IN NS </a:t>
            </a:r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whoisthere.stonybrook.edu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</a:t>
            </a:r>
          </a:p>
          <a:p>
            <a:r>
              <a:rPr lang="en-US" sz="1400" b="1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;; ADDITIONAL SECTION: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mewho.stonybrook.edu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347 IN A 199.110.254.244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nocnoc.stonybrook.edu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346 IN A 129.49.7.3</a:t>
            </a:r>
          </a:p>
          <a:p>
            <a:r>
              <a:rPr lang="en-US" sz="1400" dirty="0" err="1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whoisthere.stonybrook.edu</a:t>
            </a:r>
            <a:r>
              <a:rPr lang="en-US" sz="1400" dirty="0">
                <a:solidFill>
                  <a:schemeClr val="bg1"/>
                </a:solidFill>
                <a:effectLst/>
                <a:latin typeface="Avenir Next" panose="020B0503020202020204" pitchFamily="34" charset="0"/>
              </a:rPr>
              <a:t>. 380 IN A 129.49.7.250</a:t>
            </a:r>
            <a:endParaRPr lang="en-US" sz="1400" dirty="0">
              <a:solidFill>
                <a:schemeClr val="bg1"/>
              </a:solidFill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7106250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Resolving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000" dirty="0">
                <a:latin typeface="Avenir Next" panose="020B0503020202020204" pitchFamily="34" charset="0"/>
              </a:rPr>
              <a:t>When a host makes a DNS query, it is forwarded to a local upstream resolver 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The local upstream resolver acts as a proxy and forwards query into the domain name hierarchy </a:t>
            </a:r>
          </a:p>
          <a:p>
            <a:endParaRPr lang="en-US" sz="4000" dirty="0">
              <a:latin typeface="Avenir Next" panose="020B0503020202020204" pitchFamily="34" charset="0"/>
            </a:endParaRPr>
          </a:p>
          <a:p>
            <a:r>
              <a:rPr lang="en-US" sz="4000" dirty="0">
                <a:latin typeface="Avenir Next" panose="020B0503020202020204" pitchFamily="34" charset="0"/>
              </a:rPr>
              <a:t>Two resolution schemes: </a:t>
            </a:r>
          </a:p>
          <a:p>
            <a:pPr lvl="1"/>
            <a:r>
              <a:rPr lang="en-US" sz="3600" b="1" dirty="0">
                <a:latin typeface="Avenir Next" panose="020B0503020202020204" pitchFamily="34" charset="0"/>
              </a:rPr>
              <a:t>Iterative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600" b="1" dirty="0">
                <a:latin typeface="Avenir Next" panose="020B0503020202020204" pitchFamily="34" charset="0"/>
              </a:rPr>
              <a:t>Recursive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0555381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2875602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14684310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54270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6090806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2775C05-099E-B0D0-088D-AE4552773E39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647569" y="3934333"/>
            <a:ext cx="177163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Authoritative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Answer,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0-otherwise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31E690C-3B98-9B60-EF22-AC0506B2F09B}"/>
              </a:ext>
            </a:extLst>
          </p:cNvPr>
          <p:cNvCxnSpPr/>
          <p:nvPr>
            <p:custDataLst>
              <p:tags r:id="rId11"/>
            </p:custDataLst>
          </p:nvPr>
        </p:nvCxnSpPr>
        <p:spPr>
          <a:xfrm flipV="1">
            <a:off x="3023286" y="3934332"/>
            <a:ext cx="2759676" cy="60016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6769311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2775C05-099E-B0D0-088D-AE4552773E39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647569" y="3934333"/>
            <a:ext cx="177163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Authoritative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Answer,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0-otherwise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31E690C-3B98-9B60-EF22-AC0506B2F09B}"/>
              </a:ext>
            </a:extLst>
          </p:cNvPr>
          <p:cNvCxnSpPr/>
          <p:nvPr>
            <p:custDataLst>
              <p:tags r:id="rId11"/>
            </p:custDataLst>
          </p:nvPr>
        </p:nvCxnSpPr>
        <p:spPr>
          <a:xfrm flipV="1">
            <a:off x="3023286" y="3934332"/>
            <a:ext cx="2759676" cy="60016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DF717F20-8EDB-B594-3041-C38A6924EEB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689247" y="5412044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truncated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6BF94F0-E033-D0EA-EE5D-2C4859FFE3A1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3136760" y="3963906"/>
            <a:ext cx="2736819" cy="1519191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56671283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2775C05-099E-B0D0-088D-AE4552773E39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647569" y="3934333"/>
            <a:ext cx="177163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Authoritative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Answer,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0-otherwise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31E690C-3B98-9B60-EF22-AC0506B2F09B}"/>
              </a:ext>
            </a:extLst>
          </p:cNvPr>
          <p:cNvCxnSpPr/>
          <p:nvPr>
            <p:custDataLst>
              <p:tags r:id="rId11"/>
            </p:custDataLst>
          </p:nvPr>
        </p:nvCxnSpPr>
        <p:spPr>
          <a:xfrm flipV="1">
            <a:off x="3023286" y="3934332"/>
            <a:ext cx="2759676" cy="60016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DF717F20-8EDB-B594-3041-C38A6924EEB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689247" y="5412044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truncated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6BF94F0-E033-D0EA-EE5D-2C4859FFE3A1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3136760" y="3963906"/>
            <a:ext cx="2736819" cy="1519191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8235D93C-2DFB-6DE8-B63A-FDA68F819FCE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3174745" y="5976568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recursion desired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2CB0165-62C6-8AF2-3553-85F2BB130FEF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4060563" y="3963906"/>
            <a:ext cx="1908908" cy="2140333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20430225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2775C05-099E-B0D0-088D-AE4552773E39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1647569" y="3934333"/>
            <a:ext cx="177163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Authoritative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Answer,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0-otherwise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31E690C-3B98-9B60-EF22-AC0506B2F09B}"/>
              </a:ext>
            </a:extLst>
          </p:cNvPr>
          <p:cNvCxnSpPr/>
          <p:nvPr>
            <p:custDataLst>
              <p:tags r:id="rId11"/>
            </p:custDataLst>
          </p:nvPr>
        </p:nvCxnSpPr>
        <p:spPr>
          <a:xfrm flipV="1">
            <a:off x="3023286" y="3934332"/>
            <a:ext cx="2759676" cy="60016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DF717F20-8EDB-B594-3041-C38A6924EEB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689247" y="5412044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truncated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6BF94F0-E033-D0EA-EE5D-2C4859FFE3A1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3136760" y="3963906"/>
            <a:ext cx="2736819" cy="1519191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8235D93C-2DFB-6DE8-B63A-FDA68F819FCE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3174745" y="5976568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recursion desired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2CB0165-62C6-8AF2-3553-85F2BB130FEF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4060563" y="3963906"/>
            <a:ext cx="1908908" cy="2140333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C2CB9FE-DD6B-0EA4-30B1-8D207FB4CDCB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6534256" y="5825072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recursion available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1B1477AF-D5C2-0F10-21C7-A860BBCC8B79}"/>
              </a:ext>
            </a:extLst>
          </p:cNvPr>
          <p:cNvCxnSpPr>
            <a:stCxn id="19" idx="0"/>
          </p:cNvCxnSpPr>
          <p:nvPr>
            <p:custDataLst>
              <p:tags r:id="rId17"/>
            </p:custDataLst>
          </p:nvPr>
        </p:nvCxnSpPr>
        <p:spPr>
          <a:xfrm flipH="1" flipV="1">
            <a:off x="6038335" y="3963905"/>
            <a:ext cx="1381741" cy="1861167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9814258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in the Wire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ED4E148-989F-516C-C84E-849ECFE30BB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552" y="1244171"/>
            <a:ext cx="4557841" cy="46862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2DF76E-C77F-8007-A2E1-A6037948989B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647569" y="3006810"/>
            <a:ext cx="1938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16-bit ID (TXID)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D9A8266-EE4B-401D-5EAB-33B1C9A3AC7D}"/>
              </a:ext>
            </a:extLst>
          </p:cNvPr>
          <p:cNvCxnSpPr>
            <a:stCxn id="3" idx="2"/>
          </p:cNvCxnSpPr>
          <p:nvPr>
            <p:custDataLst>
              <p:tags r:id="rId5"/>
            </p:custDataLst>
          </p:nvPr>
        </p:nvCxnSpPr>
        <p:spPr>
          <a:xfrm>
            <a:off x="2616745" y="3376142"/>
            <a:ext cx="1320942" cy="536832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2B5D3A6-96EA-F117-F170-173E084EA6F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411918" y="2385067"/>
            <a:ext cx="25156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1-bit, 0-Query, 1-Ans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FA47072-0E4C-13A5-36C0-D0656AEAC672}"/>
              </a:ext>
            </a:extLst>
          </p:cNvPr>
          <p:cNvCxnSpPr>
            <a:stCxn id="7" idx="1"/>
          </p:cNvCxnSpPr>
          <p:nvPr>
            <p:custDataLst>
              <p:tags r:id="rId7"/>
            </p:custDataLst>
          </p:nvPr>
        </p:nvCxnSpPr>
        <p:spPr>
          <a:xfrm flipH="1">
            <a:off x="5272216" y="2569733"/>
            <a:ext cx="2139702" cy="122791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AF3A802-0155-038D-6203-C1B3DD28DE54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7809606" y="2854623"/>
            <a:ext cx="10631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0-query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C525625-BD92-40F0-D297-FEE030672A0A}"/>
              </a:ext>
            </a:extLst>
          </p:cNvPr>
          <p:cNvCxnSpPr/>
          <p:nvPr>
            <p:custDataLst>
              <p:tags r:id="rId9"/>
            </p:custDataLst>
          </p:nvPr>
        </p:nvCxnSpPr>
        <p:spPr>
          <a:xfrm flipH="1">
            <a:off x="5461687" y="3039289"/>
            <a:ext cx="2347919" cy="75835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763B45C5-0628-3FF1-E119-43ACBD0388F4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8392138" y="4370710"/>
            <a:ext cx="18806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Response code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from server</a:t>
            </a: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A89E51C7-8127-B7C8-9DE8-BBAC0422A6E5}"/>
              </a:ext>
            </a:extLst>
          </p:cNvPr>
          <p:cNvCxnSpPr>
            <a:stCxn id="11" idx="1"/>
          </p:cNvCxnSpPr>
          <p:nvPr>
            <p:custDataLst>
              <p:tags r:id="rId11"/>
            </p:custDataLst>
          </p:nvPr>
        </p:nvCxnSpPr>
        <p:spPr>
          <a:xfrm flipH="1" flipV="1">
            <a:off x="6557319" y="3912973"/>
            <a:ext cx="1834819" cy="780903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2775C05-099E-B0D0-088D-AE4552773E39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647569" y="3934333"/>
            <a:ext cx="177163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Authoritative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Answer,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0-otherwise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31E690C-3B98-9B60-EF22-AC0506B2F09B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3023286" y="3934332"/>
            <a:ext cx="2759676" cy="600164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DF717F20-8EDB-B594-3041-C38A6924EEB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1689247" y="5412044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truncated </a:t>
            </a:r>
          </a:p>
          <a:p>
            <a:r>
              <a:rPr lang="en-US" b="1" dirty="0"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answer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36BF94F0-E033-D0EA-EE5D-2C4859FFE3A1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3136760" y="3963906"/>
            <a:ext cx="2736819" cy="1519191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8235D93C-2DFB-6DE8-B63A-FDA68F819FCE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3174745" y="5976568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recursion desired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2CB0165-62C6-8AF2-3553-85F2BB130FEF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 flipV="1">
            <a:off x="4060563" y="3963906"/>
            <a:ext cx="1908908" cy="2140333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C2CB9FE-DD6B-0EA4-30B1-8D207FB4CDCB}"/>
              </a:ext>
            </a:extLst>
          </p:cNvPr>
          <p:cNvSpPr txBox="1"/>
          <p:nvPr>
            <p:custDataLst>
              <p:tags r:id="rId18"/>
            </p:custDataLst>
          </p:nvPr>
        </p:nvSpPr>
        <p:spPr>
          <a:xfrm>
            <a:off x="6534256" y="5825072"/>
            <a:ext cx="17716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venir Next" panose="020B0503020202020204" pitchFamily="34" charset="0"/>
                <a:ea typeface="Roboto Black" panose="02000000000000000000" pitchFamily="2" charset="0"/>
                <a:cs typeface="Roboto Black" panose="02000000000000000000" pitchFamily="2" charset="0"/>
              </a:rPr>
              <a:t>1 for recursion available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1B1477AF-D5C2-0F10-21C7-A860BBCC8B79}"/>
              </a:ext>
            </a:extLst>
          </p:cNvPr>
          <p:cNvCxnSpPr>
            <a:stCxn id="19" idx="0"/>
          </p:cNvCxnSpPr>
          <p:nvPr>
            <p:custDataLst>
              <p:tags r:id="rId19"/>
            </p:custDataLst>
          </p:nvPr>
        </p:nvCxnSpPr>
        <p:spPr>
          <a:xfrm flipH="1" flipV="1">
            <a:off x="6038335" y="3963905"/>
            <a:ext cx="1381741" cy="1861167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42341364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Record Types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200" b="1" dirty="0">
                <a:latin typeface="Avenir Next" panose="020B0503020202020204" pitchFamily="34" charset="0"/>
              </a:rPr>
              <a:t>A record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Domain name to IP mapping </a:t>
            </a:r>
          </a:p>
          <a:p>
            <a:r>
              <a:rPr lang="en-US" sz="3200" b="1" dirty="0">
                <a:latin typeface="Avenir Next" panose="020B0503020202020204" pitchFamily="34" charset="0"/>
              </a:rPr>
              <a:t>NS record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Information about (authoritative) DNS server </a:t>
            </a:r>
          </a:p>
          <a:p>
            <a:r>
              <a:rPr lang="en-US" sz="3200" b="1" dirty="0">
                <a:latin typeface="Avenir Next" panose="020B0503020202020204" pitchFamily="34" charset="0"/>
              </a:rPr>
              <a:t>MX record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Mail exchange record </a:t>
            </a:r>
          </a:p>
          <a:p>
            <a:r>
              <a:rPr lang="en-US" sz="3200" b="1" dirty="0">
                <a:latin typeface="Avenir Next" panose="020B0503020202020204" pitchFamily="34" charset="0"/>
              </a:rPr>
              <a:t>SOA record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Key information about the zone (e.g., contact address of the admin) </a:t>
            </a:r>
          </a:p>
          <a:p>
            <a:r>
              <a:rPr lang="en-US" sz="3200" b="1" dirty="0">
                <a:latin typeface="Avenir Next" panose="020B0503020202020204" pitchFamily="34" charset="0"/>
              </a:rPr>
              <a:t>CNAME record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Canonical or alias of a domain </a:t>
            </a:r>
          </a:p>
          <a:p>
            <a:r>
              <a:rPr lang="en-US" sz="3200" b="1" dirty="0">
                <a:latin typeface="Avenir Next" panose="020B0503020202020204" pitchFamily="34" charset="0"/>
              </a:rPr>
              <a:t>TXT record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Textual description of the domain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000228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Packet Payload</a:t>
            </a:r>
          </a:p>
        </p:txBody>
      </p:sp>
      <p:sp>
        <p:nvSpPr>
          <p:cNvPr id="6" name="Fundamentally about transmitting information between two devices…">
            <a:extLst>
              <a:ext uri="{FF2B5EF4-FFF2-40B4-BE49-F238E27FC236}">
                <a16:creationId xmlns:a16="http://schemas.microsoft.com/office/drawing/2014/main" id="{52BE5A97-DA18-539A-95BA-DAF97A486A4E}"/>
              </a:ext>
            </a:extLst>
          </p:cNvPr>
          <p:cNvSpPr txBox="1">
            <a:spLocks/>
          </p:cNvSpPr>
          <p:nvPr/>
        </p:nvSpPr>
        <p:spPr>
          <a:xfrm>
            <a:off x="0" y="702393"/>
            <a:ext cx="12192000" cy="61556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dirty="0">
                <a:latin typeface="Avenir Next" panose="020B0503020202020204" pitchFamily="34" charset="0"/>
              </a:rPr>
              <a:t>Question Section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Contains the question asked </a:t>
            </a:r>
          </a:p>
          <a:p>
            <a:r>
              <a:rPr lang="en-US" sz="3600" b="1" dirty="0">
                <a:latin typeface="Avenir Next" panose="020B0503020202020204" pitchFamily="34" charset="0"/>
              </a:rPr>
              <a:t>Answer Section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Contains the records that answer the question </a:t>
            </a:r>
          </a:p>
          <a:p>
            <a:r>
              <a:rPr lang="en-US" sz="3600" b="1" dirty="0">
                <a:latin typeface="Avenir Next" panose="020B0503020202020204" pitchFamily="34" charset="0"/>
              </a:rPr>
              <a:t>Authority Section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Contains the records that point to domain authority </a:t>
            </a:r>
          </a:p>
          <a:p>
            <a:r>
              <a:rPr lang="en-US" sz="3600" b="1" dirty="0">
                <a:latin typeface="Avenir Next" panose="020B0503020202020204" pitchFamily="34" charset="0"/>
              </a:rPr>
              <a:t>Additional Section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Glue records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IP address of the domain authorities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Break circular dependency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7868917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70964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 Recursive</a:t>
            </a:r>
          </a:p>
        </p:txBody>
      </p:sp>
      <p:pic>
        <p:nvPicPr>
          <p:cNvPr id="2" name="Content Placeholder 8" descr="Screen Shot 2013-11-06 at 4.42.35 PM.png">
            <a:extLst>
              <a:ext uri="{FF2B5EF4-FFF2-40B4-BE49-F238E27FC236}">
                <a16:creationId xmlns:a16="http://schemas.microsoft.com/office/drawing/2014/main" id="{8613D867-1F45-B249-244F-DCC27ECC472E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42" b="4942"/>
          <a:stretch>
            <a:fillRect/>
          </a:stretch>
        </p:blipFill>
        <p:spPr>
          <a:xfrm>
            <a:off x="1909482" y="1063896"/>
            <a:ext cx="4076700" cy="4114800"/>
          </a:xfrm>
        </p:spPr>
      </p:pic>
      <p:pic>
        <p:nvPicPr>
          <p:cNvPr id="3" name="Content Placeholder 9" descr="Screen Shot 2013-11-06 at 4.43.39 PM.png">
            <a:extLst>
              <a:ext uri="{FF2B5EF4-FFF2-40B4-BE49-F238E27FC236}">
                <a16:creationId xmlns:a16="http://schemas.microsoft.com/office/drawing/2014/main" id="{1F5F5716-9444-1CCA-F54A-57ABE5AE269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2" r="2632"/>
          <a:stretch>
            <a:fillRect/>
          </a:stretch>
        </p:blipFill>
        <p:spPr>
          <a:xfrm>
            <a:off x="6252882" y="1063896"/>
            <a:ext cx="3962400" cy="4114800"/>
          </a:xfrm>
          <a:prstGeom prst="rect">
            <a:avLst/>
          </a:prstGeom>
        </p:spPr>
      </p:pic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2F9BF82B-FF7D-EBDB-65CF-41EE2CAAA230}"/>
              </a:ext>
            </a:extLst>
          </p:cNvPr>
          <p:cNvSpPr/>
          <p:nvPr/>
        </p:nvSpPr>
        <p:spPr>
          <a:xfrm>
            <a:off x="3181713" y="5245026"/>
            <a:ext cx="1532238" cy="379796"/>
          </a:xfrm>
          <a:prstGeom prst="roundRect">
            <a:avLst/>
          </a:prstGeom>
          <a:solidFill>
            <a:srgbClr val="C00000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Iterative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4490488-6EE6-F337-68B9-B70911D7943B}"/>
              </a:ext>
            </a:extLst>
          </p:cNvPr>
          <p:cNvSpPr/>
          <p:nvPr/>
        </p:nvSpPr>
        <p:spPr>
          <a:xfrm>
            <a:off x="7467963" y="5245026"/>
            <a:ext cx="1532238" cy="379796"/>
          </a:xfrm>
          <a:prstGeom prst="roundRect">
            <a:avLst/>
          </a:prstGeom>
          <a:solidFill>
            <a:srgbClr val="C00000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Recursive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0786513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2315353" y="3075057"/>
            <a:ext cx="756129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Resolution in Details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4654952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4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498344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sp>
        <p:nvSpPr>
          <p:cNvPr id="9" name="Up Arrow 8">
            <a:extLst>
              <a:ext uri="{FF2B5EF4-FFF2-40B4-BE49-F238E27FC236}">
                <a16:creationId xmlns:a16="http://schemas.microsoft.com/office/drawing/2014/main" id="{786E24EC-582D-B6C4-5A12-4DF694A5EF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 rot="10800000">
            <a:off x="4707829" y="2640418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33450561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sp>
        <p:nvSpPr>
          <p:cNvPr id="8" name="Rectangular Callout 7">
            <a:extLst>
              <a:ext uri="{FF2B5EF4-FFF2-40B4-BE49-F238E27FC236}">
                <a16:creationId xmlns:a16="http://schemas.microsoft.com/office/drawing/2014/main" id="{8DB2C2F9-860B-D395-69E1-693C287902C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837503" y="2478375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Up Arrow 20">
            <a:extLst>
              <a:ext uri="{FF2B5EF4-FFF2-40B4-BE49-F238E27FC236}">
                <a16:creationId xmlns:a16="http://schemas.microsoft.com/office/drawing/2014/main" id="{A5EC856D-9063-F5D2-2F8F-0E2B641509B3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rot="8796339">
            <a:off x="4976422" y="3961989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6B53C70E-BFA4-2F73-8265-BB4AFCA6DD09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1947555" y="2583476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12345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8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7991619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sp>
        <p:nvSpPr>
          <p:cNvPr id="4" name="Rectangular Callout 3">
            <a:extLst>
              <a:ext uri="{FF2B5EF4-FFF2-40B4-BE49-F238E27FC236}">
                <a16:creationId xmlns:a16="http://schemas.microsoft.com/office/drawing/2014/main" id="{50AA494A-0A55-A025-B661-AEB3B2D8297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587206" y="4085642"/>
            <a:ext cx="3182642" cy="1840173"/>
          </a:xfrm>
          <a:prstGeom prst="wedgeRectCallout">
            <a:avLst>
              <a:gd name="adj1" fmla="val 82308"/>
              <a:gd name="adj2" fmla="val 1145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Rectangular Callout 7">
            <a:extLst>
              <a:ext uri="{FF2B5EF4-FFF2-40B4-BE49-F238E27FC236}">
                <a16:creationId xmlns:a16="http://schemas.microsoft.com/office/drawing/2014/main" id="{8DB2C2F9-860B-D395-69E1-693C287902C3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837503" y="2478375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Up Arrow 25">
            <a:extLst>
              <a:ext uri="{FF2B5EF4-FFF2-40B4-BE49-F238E27FC236}">
                <a16:creationId xmlns:a16="http://schemas.microsoft.com/office/drawing/2014/main" id="{D54D9859-E20F-A25E-8E90-BF6071996426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 rot="19800000">
            <a:off x="4951666" y="3902028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6B53C70E-BFA4-2F73-8265-BB4AFCA6DD09}"/>
              </a:ext>
            </a:extLst>
          </p:cNvPr>
          <p:cNvGraphicFramePr>
            <a:graphicFrameLocks noGrp="1"/>
          </p:cNvGraphicFramePr>
          <p:nvPr>
            <p:custDataLst>
              <p:tags r:id="rId18"/>
            </p:custDataLst>
          </p:nvPr>
        </p:nvGraphicFramePr>
        <p:xfrm>
          <a:off x="1947555" y="2583476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12345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436F9F9-0CDD-F2BC-2371-F9C8A83E6FA2}"/>
              </a:ext>
            </a:extLst>
          </p:cNvPr>
          <p:cNvGraphicFramePr>
            <a:graphicFrameLocks noGrp="1"/>
          </p:cNvGraphicFramePr>
          <p:nvPr>
            <p:custDataLst>
              <p:tags r:id="rId19"/>
            </p:custDataLst>
          </p:nvPr>
        </p:nvGraphicFramePr>
        <p:xfrm>
          <a:off x="1671192" y="4186407"/>
          <a:ext cx="3012218" cy="169164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3011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10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12345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NS a.gtld-server.com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a.gtld-server.com 12.56.10.1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20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03803776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Up Arrow 21">
            <a:extLst>
              <a:ext uri="{FF2B5EF4-FFF2-40B4-BE49-F238E27FC236}">
                <a16:creationId xmlns:a16="http://schemas.microsoft.com/office/drawing/2014/main" id="{59589B54-3EED-9711-96EB-0DD118BDDDB3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 rot="7700886">
            <a:off x="5777582" y="3256145"/>
            <a:ext cx="415484" cy="173189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sp>
        <p:nvSpPr>
          <p:cNvPr id="34" name="Rectangular Callout 33">
            <a:extLst>
              <a:ext uri="{FF2B5EF4-FFF2-40B4-BE49-F238E27FC236}">
                <a16:creationId xmlns:a16="http://schemas.microsoft.com/office/drawing/2014/main" id="{67B4B3D1-752C-ECF3-5FC4-34212E3C8729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1843906" y="2477102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4A5DD8C9-7D77-57E8-2F4B-4744EC973E3C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1953958" y="2582202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8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27734781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sp>
        <p:nvSpPr>
          <p:cNvPr id="2" name="Rectangular Callout 1">
            <a:extLst>
              <a:ext uri="{FF2B5EF4-FFF2-40B4-BE49-F238E27FC236}">
                <a16:creationId xmlns:a16="http://schemas.microsoft.com/office/drawing/2014/main" id="{19FEAB7B-34E4-D6BB-F576-C0B80F5EE1AC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7774176" y="4050082"/>
            <a:ext cx="2850232" cy="1853023"/>
          </a:xfrm>
          <a:prstGeom prst="wedgeRectCallout">
            <a:avLst>
              <a:gd name="adj1" fmla="val -67659"/>
              <a:gd name="adj2" fmla="val -1502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Up Arrow 24">
            <a:extLst>
              <a:ext uri="{FF2B5EF4-FFF2-40B4-BE49-F238E27FC236}">
                <a16:creationId xmlns:a16="http://schemas.microsoft.com/office/drawing/2014/main" id="{28FC6E0A-7DE0-E0D9-D07C-528F15282B85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rot="18457775">
            <a:off x="5733347" y="3246666"/>
            <a:ext cx="415484" cy="1744851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4DCCEDBB-A116-83C5-4835-A4A6CE2A5DE8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7858296" y="4156179"/>
          <a:ext cx="2685860" cy="169164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NS ns1.google.com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ns1.google.com 8.8.0.1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4" name="Rectangular Callout 33">
            <a:extLst>
              <a:ext uri="{FF2B5EF4-FFF2-40B4-BE49-F238E27FC236}">
                <a16:creationId xmlns:a16="http://schemas.microsoft.com/office/drawing/2014/main" id="{67B4B3D1-752C-ECF3-5FC4-34212E3C8729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1843906" y="2477102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35" name="Table 34">
            <a:extLst>
              <a:ext uri="{FF2B5EF4-FFF2-40B4-BE49-F238E27FC236}">
                <a16:creationId xmlns:a16="http://schemas.microsoft.com/office/drawing/2014/main" id="{4A5DD8C9-7D77-57E8-2F4B-4744EC973E3C}"/>
              </a:ext>
            </a:extLst>
          </p:cNvPr>
          <p:cNvGraphicFramePr>
            <a:graphicFrameLocks noGrp="1"/>
          </p:cNvGraphicFramePr>
          <p:nvPr>
            <p:custDataLst>
              <p:tags r:id="rId19"/>
            </p:custDataLst>
          </p:nvPr>
        </p:nvGraphicFramePr>
        <p:xfrm>
          <a:off x="1953958" y="2582202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20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7174510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Up Arrow 22">
            <a:extLst>
              <a:ext uri="{FF2B5EF4-FFF2-40B4-BE49-F238E27FC236}">
                <a16:creationId xmlns:a16="http://schemas.microsoft.com/office/drawing/2014/main" id="{5118BDEB-5AD8-B202-CDDB-55A64F04E52B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 rot="5400000">
            <a:off x="5740469" y="2800876"/>
            <a:ext cx="415484" cy="1345148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sp>
        <p:nvSpPr>
          <p:cNvPr id="36" name="Rectangular Callout 35">
            <a:extLst>
              <a:ext uri="{FF2B5EF4-FFF2-40B4-BE49-F238E27FC236}">
                <a16:creationId xmlns:a16="http://schemas.microsoft.com/office/drawing/2014/main" id="{094240C4-5509-6950-8A5C-D4D78AE5135F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1843906" y="2490177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5884A177-C758-4A00-D9BC-F86FED433793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1960362" y="2594004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8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58429547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sp>
        <p:nvSpPr>
          <p:cNvPr id="3" name="Rectangular Callout 2">
            <a:extLst>
              <a:ext uri="{FF2B5EF4-FFF2-40B4-BE49-F238E27FC236}">
                <a16:creationId xmlns:a16="http://schemas.microsoft.com/office/drawing/2014/main" id="{6041915C-3FBE-2071-C4EC-4608B312536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7705459" y="2135948"/>
            <a:ext cx="2898818" cy="1618920"/>
          </a:xfrm>
          <a:prstGeom prst="wedgeRectCallout">
            <a:avLst>
              <a:gd name="adj1" fmla="val -63429"/>
              <a:gd name="adj2" fmla="val 2565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Up Arrow 23">
            <a:extLst>
              <a:ext uri="{FF2B5EF4-FFF2-40B4-BE49-F238E27FC236}">
                <a16:creationId xmlns:a16="http://schemas.microsoft.com/office/drawing/2014/main" id="{F5303DEB-261A-C746-5CE6-64995F8CB0E0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rot="16200000">
            <a:off x="5726152" y="2798286"/>
            <a:ext cx="415484" cy="135032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AE18473-4C26-1B67-DB68-1B59FC8F7098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7826504" y="2244734"/>
          <a:ext cx="2685860" cy="14097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0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baseline="0" dirty="0"/>
                        <a:t>A www.google.com 182.0.7.34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6" name="Rectangular Callout 35">
            <a:extLst>
              <a:ext uri="{FF2B5EF4-FFF2-40B4-BE49-F238E27FC236}">
                <a16:creationId xmlns:a16="http://schemas.microsoft.com/office/drawing/2014/main" id="{094240C4-5509-6950-8A5C-D4D78AE5135F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1843906" y="2490177"/>
            <a:ext cx="2511656" cy="1303744"/>
          </a:xfrm>
          <a:prstGeom prst="wedgeRectCallout">
            <a:avLst>
              <a:gd name="adj1" fmla="val 62889"/>
              <a:gd name="adj2" fmla="val 175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5884A177-C758-4A00-D9BC-F86FED433793}"/>
              </a:ext>
            </a:extLst>
          </p:cNvPr>
          <p:cNvGraphicFramePr>
            <a:graphicFrameLocks noGrp="1"/>
          </p:cNvGraphicFramePr>
          <p:nvPr>
            <p:custDataLst>
              <p:tags r:id="rId19"/>
            </p:custDataLst>
          </p:nvPr>
        </p:nvGraphicFramePr>
        <p:xfrm>
          <a:off x="1960362" y="2594004"/>
          <a:ext cx="2324815" cy="134112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www.google.com?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20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08309291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Up Arrow 26">
            <a:extLst>
              <a:ext uri="{FF2B5EF4-FFF2-40B4-BE49-F238E27FC236}">
                <a16:creationId xmlns:a16="http://schemas.microsoft.com/office/drawing/2014/main" id="{3B2ADEDA-DFAA-1E23-AC7A-2B9BF6C5E2F9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4707829" y="2640418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81759983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DNS Query</a:t>
            </a:r>
          </a:p>
        </p:txBody>
      </p:sp>
      <p:pic>
        <p:nvPicPr>
          <p:cNvPr id="10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90780E16-0BEE-2B9D-B21F-0078ECBC2902}"/>
              </a:ext>
            </a:extLst>
          </p:cNvPr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5260" y="2035993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E890C71-148D-E2B4-7C7C-9CB146844539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15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677BF9F1-651E-94E1-4A5E-D344133AAEEF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918" y="499057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1F7C02-4284-D811-ADB1-73E4D4D019C0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70" y="450461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5E6856E-0F5B-337D-457D-755AB5BAC78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169" y="321331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106BD4CA-05C1-2713-265C-B82996D63B5C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5505964" y="547824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CFFE7-BC61-2679-87A2-6829A0A87D88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6204225" y="4969986"/>
            <a:ext cx="15349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a.gtld-server.com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555DB9-AA3E-3676-86D6-97593715C4B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6265069" y="367788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CFE650B-602E-F9FF-EB1A-85402E450512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6200723" y="1739335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759BE6-1865-FDD1-E45C-445F1D6BCCF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002610" y="370271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CF2A0F0-8289-481A-6803-AF7F526AAA47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983257" y="2640416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Left-Right Arrow 27">
            <a:extLst>
              <a:ext uri="{FF2B5EF4-FFF2-40B4-BE49-F238E27FC236}">
                <a16:creationId xmlns:a16="http://schemas.microsoft.com/office/drawing/2014/main" id="{501AB281-DEF8-CB5E-D5E8-BE693249BAB9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5339048" y="2109605"/>
            <a:ext cx="1341701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9" name="Rectangular Callout 28">
            <a:extLst>
              <a:ext uri="{FF2B5EF4-FFF2-40B4-BE49-F238E27FC236}">
                <a16:creationId xmlns:a16="http://schemas.microsoft.com/office/drawing/2014/main" id="{DDE2A5A2-88F6-720E-6E72-D1B39DEB7DB7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 flipH="1">
            <a:off x="2259759" y="1951629"/>
            <a:ext cx="2120480" cy="407678"/>
          </a:xfrm>
          <a:prstGeom prst="wedgeRectCallout">
            <a:avLst>
              <a:gd name="adj1" fmla="val -61220"/>
              <a:gd name="adj2" fmla="val -2830"/>
            </a:avLst>
          </a:prstGeom>
          <a:solidFill>
            <a:srgbClr val="DA1F28"/>
          </a:solidFill>
          <a:ln w="38100" cap="flat" cmpd="sng" algn="ctr">
            <a:solidFill>
              <a:srgbClr val="DA1F28">
                <a:lumMod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350" kern="0">
                <a:solidFill>
                  <a:sysClr val="window" lastClr="FFFFFF"/>
                </a:solidFill>
              </a:rPr>
              <a:t>Where is www.google.com?</a:t>
            </a:r>
            <a:endParaRPr lang="en-US" sz="1350" kern="0" dirty="0">
              <a:solidFill>
                <a:sysClr val="window" lastClr="FFFFFF"/>
              </a:solidFill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8A5C832-6BD9-FA92-0AAA-F54D171F261C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4623270" y="1951629"/>
            <a:ext cx="780738" cy="757250"/>
            <a:chOff x="1972286" y="1544211"/>
            <a:chExt cx="1366100" cy="1270928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8E7A8164-78B4-682C-8D18-5E642A17FA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72286" y="1544211"/>
              <a:ext cx="1006209" cy="1006209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957111C-DEE6-80A4-F81B-5EE063363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6417" y="2173170"/>
              <a:ext cx="641969" cy="641969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40805199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26802025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Up Arrow 40">
            <a:extLst>
              <a:ext uri="{FF2B5EF4-FFF2-40B4-BE49-F238E27FC236}">
                <a16:creationId xmlns:a16="http://schemas.microsoft.com/office/drawing/2014/main" id="{EA6F96BF-018E-D5A1-0FEB-CC810D3FC716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 rot="10800000">
            <a:off x="6420058" y="2849337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89622378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Up Arrow 40">
            <a:extLst>
              <a:ext uri="{FF2B5EF4-FFF2-40B4-BE49-F238E27FC236}">
                <a16:creationId xmlns:a16="http://schemas.microsoft.com/office/drawing/2014/main" id="{EA6F96BF-018E-D5A1-0FEB-CC810D3FC716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 rot="10800000">
            <a:off x="6420058" y="2849337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Up Arrow 52">
            <a:extLst>
              <a:ext uri="{FF2B5EF4-FFF2-40B4-BE49-F238E27FC236}">
                <a16:creationId xmlns:a16="http://schemas.microsoft.com/office/drawing/2014/main" id="{7DCEF141-525F-38D9-EF3A-34F087ED2797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 rot="8796339">
            <a:off x="6688651" y="4170908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8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16101481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Up Arrow 40">
            <a:extLst>
              <a:ext uri="{FF2B5EF4-FFF2-40B4-BE49-F238E27FC236}">
                <a16:creationId xmlns:a16="http://schemas.microsoft.com/office/drawing/2014/main" id="{EA6F96BF-018E-D5A1-0FEB-CC810D3FC716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 rot="10800000">
            <a:off x="6420058" y="2849337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Up Arrow 52">
            <a:extLst>
              <a:ext uri="{FF2B5EF4-FFF2-40B4-BE49-F238E27FC236}">
                <a16:creationId xmlns:a16="http://schemas.microsoft.com/office/drawing/2014/main" id="{7DCEF141-525F-38D9-EF3A-34F087ED2797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 rot="8796339">
            <a:off x="6688651" y="4170908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Up Arrow 53">
            <a:extLst>
              <a:ext uri="{FF2B5EF4-FFF2-40B4-BE49-F238E27FC236}">
                <a16:creationId xmlns:a16="http://schemas.microsoft.com/office/drawing/2014/main" id="{2F860B84-44F0-B372-28C8-2EF27466C95A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 rot="3753653">
            <a:off x="7917220" y="4992331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9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0518351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Up Arrow 40">
            <a:extLst>
              <a:ext uri="{FF2B5EF4-FFF2-40B4-BE49-F238E27FC236}">
                <a16:creationId xmlns:a16="http://schemas.microsoft.com/office/drawing/2014/main" id="{EA6F96BF-018E-D5A1-0FEB-CC810D3FC716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 rot="10800000">
            <a:off x="6420058" y="2849337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Up Arrow 52">
            <a:extLst>
              <a:ext uri="{FF2B5EF4-FFF2-40B4-BE49-F238E27FC236}">
                <a16:creationId xmlns:a16="http://schemas.microsoft.com/office/drawing/2014/main" id="{7DCEF141-525F-38D9-EF3A-34F087ED2797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 rot="8796339">
            <a:off x="6688651" y="4170908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4" name="Up Arrow 53">
            <a:extLst>
              <a:ext uri="{FF2B5EF4-FFF2-40B4-BE49-F238E27FC236}">
                <a16:creationId xmlns:a16="http://schemas.microsoft.com/office/drawing/2014/main" id="{2F860B84-44F0-B372-28C8-2EF27466C95A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 rot="3753653">
            <a:off x="7917220" y="4992331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5" name="Up Arrow 54">
            <a:extLst>
              <a:ext uri="{FF2B5EF4-FFF2-40B4-BE49-F238E27FC236}">
                <a16:creationId xmlns:a16="http://schemas.microsoft.com/office/drawing/2014/main" id="{7945BC25-2EE5-4FCD-11C3-D1127B8D1F50}"/>
              </a:ext>
            </a:extLst>
          </p:cNvPr>
          <p:cNvSpPr/>
          <p:nvPr>
            <p:custDataLst>
              <p:tags r:id="rId19"/>
            </p:custDataLst>
          </p:nvPr>
        </p:nvSpPr>
        <p:spPr>
          <a:xfrm>
            <a:off x="8519242" y="4171810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20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1185764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Up Arrow 55">
            <a:extLst>
              <a:ext uri="{FF2B5EF4-FFF2-40B4-BE49-F238E27FC236}">
                <a16:creationId xmlns:a16="http://schemas.microsoft.com/office/drawing/2014/main" id="{4D0D5348-7590-455D-F4EF-5F225F89F38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 rot="10800000">
            <a:off x="8519242" y="4171810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7" name="Up Arrow 56">
            <a:extLst>
              <a:ext uri="{FF2B5EF4-FFF2-40B4-BE49-F238E27FC236}">
                <a16:creationId xmlns:a16="http://schemas.microsoft.com/office/drawing/2014/main" id="{4984C3B9-BE98-907B-3A54-D4A8CD5AC18F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 rot="14400000">
            <a:off x="7899232" y="5019814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8" name="Up Arrow 57">
            <a:extLst>
              <a:ext uri="{FF2B5EF4-FFF2-40B4-BE49-F238E27FC236}">
                <a16:creationId xmlns:a16="http://schemas.microsoft.com/office/drawing/2014/main" id="{2FBF4A23-9645-EB31-6E38-FE90CF13949E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 rot="19800000">
            <a:off x="6665541" y="4145898"/>
            <a:ext cx="415484" cy="1206106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9" name="Up Arrow 58">
            <a:extLst>
              <a:ext uri="{FF2B5EF4-FFF2-40B4-BE49-F238E27FC236}">
                <a16:creationId xmlns:a16="http://schemas.microsoft.com/office/drawing/2014/main" id="{4A6D7E83-69B6-9226-04EE-34CA1EBF68C6}"/>
              </a:ext>
            </a:extLst>
          </p:cNvPr>
          <p:cNvSpPr/>
          <p:nvPr>
            <p:custDataLst>
              <p:tags r:id="rId19"/>
            </p:custDataLst>
          </p:nvPr>
        </p:nvSpPr>
        <p:spPr>
          <a:xfrm>
            <a:off x="6420058" y="2849337"/>
            <a:ext cx="415484" cy="488557"/>
          </a:xfrm>
          <a:prstGeom prst="upArrow">
            <a:avLst/>
          </a:prstGeom>
          <a:solidFill>
            <a:schemeClr val="accent2"/>
          </a:solidFill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20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899472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pPr>
              <a:buSzPts val="100"/>
            </a:pPr>
            <a:r>
              <a:rPr lang="en-US" sz="1800" dirty="0">
                <a:noFill/>
              </a:rPr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Left-Right Arrow 59">
            <a:extLst>
              <a:ext uri="{FF2B5EF4-FFF2-40B4-BE49-F238E27FC236}">
                <a16:creationId xmlns:a16="http://schemas.microsoft.com/office/drawing/2014/main" id="{55D54376-BC5B-348E-7CEF-547F771E0A2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953251" y="2318525"/>
            <a:ext cx="1439726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44110717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r>
              <a:rPr lang="en-US" sz="1800" dirty="0"/>
              <a:t>Puts the burden of resolution on the contacted name server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How does </a:t>
            </a:r>
            <a:r>
              <a:rPr lang="en-US" sz="1800" dirty="0" err="1">
                <a:noFill/>
              </a:rPr>
              <a:t>asgard</a:t>
            </a:r>
            <a:r>
              <a:rPr lang="en-US" sz="1800" dirty="0">
                <a:noFill/>
              </a:rPr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Left-Right Arrow 59">
            <a:extLst>
              <a:ext uri="{FF2B5EF4-FFF2-40B4-BE49-F238E27FC236}">
                <a16:creationId xmlns:a16="http://schemas.microsoft.com/office/drawing/2014/main" id="{55D54376-BC5B-348E-7CEF-547F771E0A2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953251" y="2318525"/>
            <a:ext cx="1439726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90711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r>
              <a:rPr lang="en-US" sz="1800" dirty="0"/>
              <a:t>Puts the burden of resolution on the contacted name server</a:t>
            </a:r>
          </a:p>
          <a:p>
            <a:r>
              <a:rPr lang="en-US" sz="1800" dirty="0"/>
              <a:t>How does </a:t>
            </a:r>
            <a:r>
              <a:rPr lang="en-US" sz="1800" dirty="0" err="1"/>
              <a:t>asgard</a:t>
            </a:r>
            <a:r>
              <a:rPr lang="en-US" sz="1800" dirty="0"/>
              <a:t> know who to forward responses too?</a:t>
            </a:r>
          </a:p>
          <a:p>
            <a:pPr lvl="1">
              <a:buSzPts val="100"/>
            </a:pPr>
            <a:r>
              <a:rPr lang="en-US" sz="1575" dirty="0">
                <a:noFill/>
              </a:rPr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Left-Right Arrow 59">
            <a:extLst>
              <a:ext uri="{FF2B5EF4-FFF2-40B4-BE49-F238E27FC236}">
                <a16:creationId xmlns:a16="http://schemas.microsoft.com/office/drawing/2014/main" id="{55D54376-BC5B-348E-7CEF-547F771E0A2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953251" y="2318525"/>
            <a:ext cx="1439726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1355787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r>
              <a:rPr lang="en-US" sz="1800" dirty="0"/>
              <a:t>Puts the burden of resolution on the contacted name server</a:t>
            </a:r>
          </a:p>
          <a:p>
            <a:r>
              <a:rPr lang="en-US" sz="1800" dirty="0"/>
              <a:t>How does </a:t>
            </a:r>
            <a:r>
              <a:rPr lang="en-US" sz="1800" dirty="0" err="1"/>
              <a:t>asgard</a:t>
            </a:r>
            <a:r>
              <a:rPr lang="en-US" sz="1800" dirty="0"/>
              <a:t> know who to forward responses too?</a:t>
            </a:r>
          </a:p>
          <a:p>
            <a:pPr lvl="1"/>
            <a:r>
              <a:rPr lang="en-US" sz="1575" dirty="0"/>
              <a:t>Random IDs embedded in DNS queries</a:t>
            </a:r>
          </a:p>
          <a:p>
            <a:pPr>
              <a:buSzPts val="100"/>
            </a:pPr>
            <a:r>
              <a:rPr lang="en-US" sz="1800" dirty="0">
                <a:noFill/>
              </a:rPr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Left-Right Arrow 59">
            <a:extLst>
              <a:ext uri="{FF2B5EF4-FFF2-40B4-BE49-F238E27FC236}">
                <a16:creationId xmlns:a16="http://schemas.microsoft.com/office/drawing/2014/main" id="{55D54376-BC5B-348E-7CEF-547F771E0A2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953251" y="2318525"/>
            <a:ext cx="1439726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5744465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1" y="-5493"/>
            <a:ext cx="518072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DNS Query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0B0F8098-9E7E-6AF0-D2CF-CE068FEE5E6C}"/>
              </a:ext>
            </a:extLst>
          </p:cNvPr>
          <p:cNvSpPr>
            <a:spLocks noGrp="1"/>
          </p:cNvSpPr>
          <p:nvPr>
            <p:ph sz="quarter" idx="1"/>
            <p:custDataLst>
              <p:tags r:id="rId3"/>
            </p:custDataLst>
          </p:nvPr>
        </p:nvSpPr>
        <p:spPr>
          <a:xfrm>
            <a:off x="2667001" y="2764121"/>
            <a:ext cx="3265715" cy="2881993"/>
          </a:xfrm>
        </p:spPr>
        <p:txBody>
          <a:bodyPr>
            <a:normAutofit lnSpcReduction="10000"/>
          </a:bodyPr>
          <a:lstStyle/>
          <a:p>
            <a:r>
              <a:rPr lang="en-US" sz="1800" dirty="0"/>
              <a:t>Puts the burden of resolution on the contacted name server</a:t>
            </a:r>
          </a:p>
          <a:p>
            <a:r>
              <a:rPr lang="en-US" sz="1800" dirty="0"/>
              <a:t>How does </a:t>
            </a:r>
            <a:r>
              <a:rPr lang="en-US" sz="1800" dirty="0" err="1"/>
              <a:t>asgard</a:t>
            </a:r>
            <a:r>
              <a:rPr lang="en-US" sz="1800" dirty="0"/>
              <a:t> know who to forward responses too?</a:t>
            </a:r>
          </a:p>
          <a:p>
            <a:pPr lvl="1"/>
            <a:r>
              <a:rPr lang="en-US" sz="1575" dirty="0"/>
              <a:t>Random IDs embedded in DNS queries</a:t>
            </a:r>
          </a:p>
          <a:p>
            <a:r>
              <a:rPr lang="en-US" sz="1800" dirty="0"/>
              <a:t>What have we said about keeping state in the network?</a:t>
            </a:r>
          </a:p>
        </p:txBody>
      </p:sp>
      <p:pic>
        <p:nvPicPr>
          <p:cNvPr id="7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E3205A8F-CADF-0B4F-C652-25858C014F4D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3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2" descr="D:\Pictures\Server_icons_lnx\Icons\128X128\black_server.png">
            <a:extLst>
              <a:ext uri="{FF2B5EF4-FFF2-40B4-BE49-F238E27FC236}">
                <a16:creationId xmlns:a16="http://schemas.microsoft.com/office/drawing/2014/main" id="{378C4EC8-7D28-8E06-73D0-7DAB4D1BAF7D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7489" y="2244912"/>
            <a:ext cx="515994" cy="515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4E17C73-56A8-8000-A159-B92199828A46}"/>
              </a:ext>
            </a:extLst>
          </p:cNvPr>
          <p:cNvPicPr>
            <a:picLocks noChangeAspect="1" noChangeArrowheads="1"/>
          </p:cNvPicPr>
          <p:nvPr>
            <p:custDataLst>
              <p:tags r:id="rId6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5644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B7889A9-2CAC-7188-BDB3-53EFF17EC991}"/>
              </a:ext>
            </a:extLst>
          </p:cNvPr>
          <p:cNvPicPr>
            <a:picLocks noChangeAspect="1" noChangeArrowheads="1"/>
          </p:cNvPicPr>
          <p:nvPr>
            <p:custDataLst>
              <p:tags r:id="rId7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2147" y="519949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6259B06-AA17-BA96-FB97-E0A10F7C4466}"/>
              </a:ext>
            </a:extLst>
          </p:cNvPr>
          <p:cNvPicPr>
            <a:picLocks noChangeAspect="1" noChangeArrowheads="1"/>
          </p:cNvPicPr>
          <p:nvPr>
            <p:custDataLst>
              <p:tags r:id="rId8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9" y="4713535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A03E99D-6D8B-12BC-D263-F6306B4C1E61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2398" y="3422233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54C9A291-AFBD-F593-DE6D-3928D75A81E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7218193" y="5687161"/>
            <a:ext cx="550985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Root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9534D1A-BED0-38D9-956B-1F1CB34EBDD0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8424088" y="5178905"/>
            <a:ext cx="51969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com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7F23C80-9C8B-1735-E4FE-1407CDAED738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7977298" y="3886804"/>
            <a:ext cx="141327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ns1.google.com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1D46B7A-8132-F2E9-5EF9-9E26396FF9E8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7912952" y="1948254"/>
            <a:ext cx="1541962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www.google.com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22186FB-D2AB-FB9B-9DCE-5339B3E8D7A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714839" y="3911635"/>
            <a:ext cx="1674048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asgard.ccs.neu.edu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B996818-6A9C-495D-39B8-87CEEDB675AD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8695486" y="2849335"/>
            <a:ext cx="0" cy="457200"/>
          </a:xfrm>
          <a:prstGeom prst="line">
            <a:avLst/>
          </a:prstGeom>
          <a:ln w="76200">
            <a:solidFill>
              <a:schemeClr val="accent3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Left-Right Arrow 59">
            <a:extLst>
              <a:ext uri="{FF2B5EF4-FFF2-40B4-BE49-F238E27FC236}">
                <a16:creationId xmlns:a16="http://schemas.microsoft.com/office/drawing/2014/main" id="{55D54376-BC5B-348E-7CEF-547F771E0A2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953251" y="2318525"/>
            <a:ext cx="1439726" cy="368771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3325FF5-7883-BB3A-357A-949940426DAB}"/>
              </a:ext>
            </a:extLst>
          </p:cNvPr>
          <p:cNvGrpSpPr/>
          <p:nvPr>
            <p:custDataLst>
              <p:tags r:id="rId17"/>
            </p:custDataLst>
          </p:nvPr>
        </p:nvGrpSpPr>
        <p:grpSpPr>
          <a:xfrm flipH="1">
            <a:off x="2985408" y="2160548"/>
            <a:ext cx="3107061" cy="410154"/>
            <a:chOff x="1219200" y="4876799"/>
            <a:chExt cx="5181605" cy="1393407"/>
          </a:xfrm>
        </p:grpSpPr>
        <p:sp>
          <p:nvSpPr>
            <p:cNvPr id="62" name="Rectangular Callout 61">
              <a:extLst>
                <a:ext uri="{FF2B5EF4-FFF2-40B4-BE49-F238E27FC236}">
                  <a16:creationId xmlns:a16="http://schemas.microsoft.com/office/drawing/2014/main" id="{8794F57C-6DE4-5E4D-3B2E-8AF4B133FE15}"/>
                </a:ext>
              </a:extLst>
            </p:cNvPr>
            <p:cNvSpPr/>
            <p:nvPr/>
          </p:nvSpPr>
          <p:spPr>
            <a:xfrm>
              <a:off x="1219200" y="4876799"/>
              <a:ext cx="5181603" cy="1384995"/>
            </a:xfrm>
            <a:prstGeom prst="wedgeRectCallout">
              <a:avLst>
                <a:gd name="adj1" fmla="val -61220"/>
                <a:gd name="adj2" fmla="val -2830"/>
              </a:avLst>
            </a:prstGeom>
            <a:solidFill>
              <a:srgbClr val="DA1F28"/>
            </a:solidFill>
            <a:ln w="38100" cap="flat" cmpd="sng" algn="ctr">
              <a:solidFill>
                <a:srgbClr val="DA1F28">
                  <a:lumMod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1350" kern="0">
                <a:solidFill>
                  <a:sysClr val="window" lastClr="FFFFFF"/>
                </a:solidFill>
                <a:latin typeface="Tw Cen MT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85C492-C4D6-9506-4E5B-49160908FE2F}"/>
                </a:ext>
              </a:extLst>
            </p:cNvPr>
            <p:cNvSpPr txBox="1"/>
            <p:nvPr/>
          </p:nvSpPr>
          <p:spPr>
            <a:xfrm>
              <a:off x="1219203" y="5015483"/>
              <a:ext cx="5181602" cy="12547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kern="0" dirty="0">
                  <a:solidFill>
                    <a:sysClr val="window" lastClr="FFFFFF"/>
                  </a:solidFill>
                </a:rPr>
                <a:t>Where is www.google.com?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6175670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0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37895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896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2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3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4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5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6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7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8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9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0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8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9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20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7893" name="Rectangle 31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Let’s look at the resolution process step-by-step:</a:t>
            </a:r>
          </a:p>
        </p:txBody>
      </p:sp>
      <p:sp>
        <p:nvSpPr>
          <p:cNvPr id="37894" name="Text Box 32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694E6A5-B496-F4D5-57E3-1F8A41B0404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7464876"/>
      </p:ext>
    </p:extLst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90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37895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896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2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3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4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5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6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07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8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9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0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8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19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20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0445" name="Text Box 29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7893" name="Rectangle 31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/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Let’s look at the resolution process step-by-step:</a:t>
            </a:r>
          </a:p>
        </p:txBody>
      </p:sp>
      <p:sp>
        <p:nvSpPr>
          <p:cNvPr id="37894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694E6A5-B496-F4D5-57E3-1F8A41B04044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69507263"/>
      </p:ext>
    </p:extLst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39028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9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5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6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7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8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9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0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1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2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3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1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2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3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891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8925" name="AutoShape 30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6" name="AutoShape 31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7" name="Line 32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28" name="Freeform 33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34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35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Line 36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32" name="AutoShape 37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3" name="AutoShape 38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4" name="AutoShape 39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5" name="AutoShape 40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6" name="AutoShape 41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7" name="AutoShape 4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8" name="AutoShape 43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9" name="AutoShape 44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0" name="AutoShape 45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1" name="AutoShape 46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2" name="Oval 47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3" name="Oval 48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4" name="Freeform 49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AutoShape 50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6" name="AutoShape 51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7" name="AutoShape 52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8" name="AutoShape 53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9" name="AutoShape 54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0" name="AutoShape 55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1" name="Group 56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39008" name="Line 57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9" name="Line 58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0" name="Line 59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1" name="Line 60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2" name="Line 61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3" name="Line 62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4" name="Line 63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5" name="Line 64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6" name="Line 65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7" name="Line 66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8" name="Line 67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9" name="Line 68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0" name="Line 69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1" name="Line 70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2" name="Line 71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3" name="Line 72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4" name="Line 73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5" name="Line 74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6" name="Line 75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7" name="Line 76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2" name="AutoShape 77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3" name="AutoShape 78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4" name="AutoShape 79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5" name="AutoShape 80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6" name="AutoShape 81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7" name="Group 82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38988" name="Line 83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9" name="Line 84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0" name="Line 85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1" name="Line 86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2" name="Line 87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3" name="Line 88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4" name="Line 89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5" name="Line 90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6" name="Line 91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7" name="Line 92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8" name="Line 93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9" name="Line 94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0" name="Line 95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1" name="Line 96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2" name="Line 97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3" name="Line 98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4" name="Line 99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5" name="Line 100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6" name="Line 101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7" name="Line 102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8" name="AutoShape 103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9" name="AutoShape 104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0" name="AutoShape 105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1" name="AutoShape 106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2" name="AutoShape 107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63" name="Group 108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8968" name="Line 109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69" name="Line 110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0" name="Line 111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1" name="Line 112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2" name="Line 113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3" name="Line 114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4" name="Line 115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5" name="Line 116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6" name="Line 117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7" name="Line 118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8" name="Line 119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9" name="Line 120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0" name="Line 121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1" name="Line 122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2" name="Line 123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3" name="Line 124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4" name="Line 125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5" name="Line 126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6" name="Line 127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7" name="Line 128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64" name="AutoShape 129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5" name="Freeform 130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AutoShape 131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7" name="Freeform 132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919" name="Rectangle 138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38920" name="Text Box 139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8921" name="Text Box 140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38922" name="Text Box 141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2E55AA3-5E89-67C1-B935-F12CBAC15820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00129475"/>
      </p:ext>
    </p:extLst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39028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9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5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6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7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8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9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0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1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2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3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1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2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3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891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8925" name="AutoShape 30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6" name="AutoShape 31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7" name="Line 32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28" name="Freeform 33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34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35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Line 36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32" name="AutoShape 37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3" name="AutoShape 38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4" name="AutoShape 39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5" name="AutoShape 40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6" name="AutoShape 41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7" name="AutoShape 4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8" name="AutoShape 43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9" name="AutoShape 44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0" name="AutoShape 45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1" name="AutoShape 46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2" name="Oval 47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3" name="Oval 48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4" name="Freeform 49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AutoShape 50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6" name="AutoShape 51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7" name="AutoShape 52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8" name="AutoShape 53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9" name="AutoShape 54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0" name="AutoShape 55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1" name="Group 56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39008" name="Line 57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9" name="Line 58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0" name="Line 59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1" name="Line 60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2" name="Line 61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3" name="Line 62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4" name="Line 63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5" name="Line 64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6" name="Line 65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7" name="Line 66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8" name="Line 67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9" name="Line 68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0" name="Line 69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1" name="Line 70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2" name="Line 71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3" name="Line 72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4" name="Line 73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5" name="Line 74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6" name="Line 75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7" name="Line 76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2" name="AutoShape 77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3" name="AutoShape 78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4" name="AutoShape 79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5" name="AutoShape 80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6" name="AutoShape 81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7" name="Group 82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38988" name="Line 83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9" name="Line 84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0" name="Line 85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1" name="Line 86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2" name="Line 87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3" name="Line 88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4" name="Line 89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5" name="Line 90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6" name="Line 91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7" name="Line 92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8" name="Line 93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9" name="Line 94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0" name="Line 95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1" name="Line 96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2" name="Line 97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3" name="Line 98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4" name="Line 99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5" name="Line 100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6" name="Line 101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7" name="Line 102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8" name="AutoShape 103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9" name="AutoShape 104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0" name="AutoShape 105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1" name="AutoShape 106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2" name="AutoShape 107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63" name="Group 108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8968" name="Line 109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69" name="Line 110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0" name="Line 111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1" name="Line 112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2" name="Line 113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3" name="Line 114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4" name="Line 115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5" name="Line 116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6" name="Line 117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7" name="Line 118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8" name="Line 119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9" name="Line 120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0" name="Line 121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1" name="Line 122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2" name="Line 123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3" name="Line 124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4" name="Line 125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5" name="Line 126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6" name="Line 127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7" name="Line 128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64" name="AutoShape 129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5" name="Freeform 130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AutoShape 131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7" name="Freeform 132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134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3751264" y="4343401"/>
            <a:ext cx="2344737" cy="1057275"/>
            <a:chOff x="1543" y="3489"/>
            <a:chExt cx="1625" cy="754"/>
          </a:xfrm>
        </p:grpSpPr>
        <p:sp>
          <p:nvSpPr>
            <p:cNvPr id="38923" name="Freeform 135"/>
            <p:cNvSpPr>
              <a:spLocks/>
            </p:cNvSpPr>
            <p:nvPr/>
          </p:nvSpPr>
          <p:spPr bwMode="auto">
            <a:xfrm>
              <a:off x="1543" y="3489"/>
              <a:ext cx="1625" cy="754"/>
            </a:xfrm>
            <a:custGeom>
              <a:avLst/>
              <a:gdLst>
                <a:gd name="T0" fmla="*/ 1508 w 1625"/>
                <a:gd name="T1" fmla="*/ 97 h 754"/>
                <a:gd name="T2" fmla="*/ 1531 w 1625"/>
                <a:gd name="T3" fmla="*/ 102 h 754"/>
                <a:gd name="T4" fmla="*/ 1553 w 1625"/>
                <a:gd name="T5" fmla="*/ 108 h 754"/>
                <a:gd name="T6" fmla="*/ 1572 w 1625"/>
                <a:gd name="T7" fmla="*/ 115 h 754"/>
                <a:gd name="T8" fmla="*/ 1589 w 1625"/>
                <a:gd name="T9" fmla="*/ 125 h 754"/>
                <a:gd name="T10" fmla="*/ 1603 w 1625"/>
                <a:gd name="T11" fmla="*/ 136 h 754"/>
                <a:gd name="T12" fmla="*/ 1613 w 1625"/>
                <a:gd name="T13" fmla="*/ 148 h 754"/>
                <a:gd name="T14" fmla="*/ 1620 w 1625"/>
                <a:gd name="T15" fmla="*/ 161 h 754"/>
                <a:gd name="T16" fmla="*/ 1624 w 1625"/>
                <a:gd name="T17" fmla="*/ 682 h 754"/>
                <a:gd name="T18" fmla="*/ 1618 w 1625"/>
                <a:gd name="T19" fmla="*/ 696 h 754"/>
                <a:gd name="T20" fmla="*/ 1610 w 1625"/>
                <a:gd name="T21" fmla="*/ 709 h 754"/>
                <a:gd name="T22" fmla="*/ 1597 w 1625"/>
                <a:gd name="T23" fmla="*/ 721 h 754"/>
                <a:gd name="T24" fmla="*/ 1582 w 1625"/>
                <a:gd name="T25" fmla="*/ 730 h 754"/>
                <a:gd name="T26" fmla="*/ 1563 w 1625"/>
                <a:gd name="T27" fmla="*/ 739 h 754"/>
                <a:gd name="T28" fmla="*/ 1543 w 1625"/>
                <a:gd name="T29" fmla="*/ 746 h 754"/>
                <a:gd name="T30" fmla="*/ 1520 w 1625"/>
                <a:gd name="T31" fmla="*/ 751 h 754"/>
                <a:gd name="T32" fmla="*/ 1497 w 1625"/>
                <a:gd name="T33" fmla="*/ 753 h 754"/>
                <a:gd name="T34" fmla="*/ 115 w 1625"/>
                <a:gd name="T35" fmla="*/ 753 h 754"/>
                <a:gd name="T36" fmla="*/ 91 w 1625"/>
                <a:gd name="T37" fmla="*/ 749 h 754"/>
                <a:gd name="T38" fmla="*/ 69 w 1625"/>
                <a:gd name="T39" fmla="*/ 743 h 754"/>
                <a:gd name="T40" fmla="*/ 50 w 1625"/>
                <a:gd name="T41" fmla="*/ 735 h 754"/>
                <a:gd name="T42" fmla="*/ 33 w 1625"/>
                <a:gd name="T43" fmla="*/ 726 h 754"/>
                <a:gd name="T44" fmla="*/ 18 w 1625"/>
                <a:gd name="T45" fmla="*/ 715 h 754"/>
                <a:gd name="T46" fmla="*/ 8 w 1625"/>
                <a:gd name="T47" fmla="*/ 703 h 754"/>
                <a:gd name="T48" fmla="*/ 2 w 1625"/>
                <a:gd name="T49" fmla="*/ 690 h 754"/>
                <a:gd name="T50" fmla="*/ 0 w 1625"/>
                <a:gd name="T51" fmla="*/ 167 h 754"/>
                <a:gd name="T52" fmla="*/ 5 w 1625"/>
                <a:gd name="T53" fmla="*/ 154 h 754"/>
                <a:gd name="T54" fmla="*/ 13 w 1625"/>
                <a:gd name="T55" fmla="*/ 141 h 754"/>
                <a:gd name="T56" fmla="*/ 25 w 1625"/>
                <a:gd name="T57" fmla="*/ 130 h 754"/>
                <a:gd name="T58" fmla="*/ 42 w 1625"/>
                <a:gd name="T59" fmla="*/ 119 h 754"/>
                <a:gd name="T60" fmla="*/ 59 w 1625"/>
                <a:gd name="T61" fmla="*/ 111 h 754"/>
                <a:gd name="T62" fmla="*/ 80 w 1625"/>
                <a:gd name="T63" fmla="*/ 103 h 754"/>
                <a:gd name="T64" fmla="*/ 103 w 1625"/>
                <a:gd name="T65" fmla="*/ 99 h 754"/>
                <a:gd name="T66" fmla="*/ 127 w 1625"/>
                <a:gd name="T67" fmla="*/ 96 h 754"/>
                <a:gd name="T68" fmla="*/ 131 w 1625"/>
                <a:gd name="T69" fmla="*/ 0 h 754"/>
                <a:gd name="T70" fmla="*/ 1497 w 1625"/>
                <a:gd name="T71" fmla="*/ 96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5"/>
                <a:gd name="T109" fmla="*/ 0 h 754"/>
                <a:gd name="T110" fmla="*/ 1625 w 1625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5" h="754">
                  <a:moveTo>
                    <a:pt x="1497" y="96"/>
                  </a:moveTo>
                  <a:lnTo>
                    <a:pt x="1508" y="97"/>
                  </a:lnTo>
                  <a:lnTo>
                    <a:pt x="1520" y="99"/>
                  </a:lnTo>
                  <a:lnTo>
                    <a:pt x="1531" y="102"/>
                  </a:lnTo>
                  <a:lnTo>
                    <a:pt x="1543" y="103"/>
                  </a:lnTo>
                  <a:lnTo>
                    <a:pt x="1553" y="108"/>
                  </a:lnTo>
                  <a:lnTo>
                    <a:pt x="1563" y="111"/>
                  </a:lnTo>
                  <a:lnTo>
                    <a:pt x="1572" y="115"/>
                  </a:lnTo>
                  <a:lnTo>
                    <a:pt x="1582" y="119"/>
                  </a:lnTo>
                  <a:lnTo>
                    <a:pt x="1589" y="125"/>
                  </a:lnTo>
                  <a:lnTo>
                    <a:pt x="1597" y="130"/>
                  </a:lnTo>
                  <a:lnTo>
                    <a:pt x="1603" y="136"/>
                  </a:lnTo>
                  <a:lnTo>
                    <a:pt x="1610" y="141"/>
                  </a:lnTo>
                  <a:lnTo>
                    <a:pt x="1613" y="148"/>
                  </a:lnTo>
                  <a:lnTo>
                    <a:pt x="1618" y="154"/>
                  </a:lnTo>
                  <a:lnTo>
                    <a:pt x="1620" y="161"/>
                  </a:lnTo>
                  <a:lnTo>
                    <a:pt x="1624" y="167"/>
                  </a:lnTo>
                  <a:lnTo>
                    <a:pt x="1624" y="682"/>
                  </a:lnTo>
                  <a:lnTo>
                    <a:pt x="1620" y="690"/>
                  </a:lnTo>
                  <a:lnTo>
                    <a:pt x="1618" y="696"/>
                  </a:lnTo>
                  <a:lnTo>
                    <a:pt x="1613" y="703"/>
                  </a:lnTo>
                  <a:lnTo>
                    <a:pt x="1610" y="709"/>
                  </a:lnTo>
                  <a:lnTo>
                    <a:pt x="1603" y="715"/>
                  </a:lnTo>
                  <a:lnTo>
                    <a:pt x="1597" y="721"/>
                  </a:lnTo>
                  <a:lnTo>
                    <a:pt x="1589" y="726"/>
                  </a:lnTo>
                  <a:lnTo>
                    <a:pt x="1582" y="730"/>
                  </a:lnTo>
                  <a:lnTo>
                    <a:pt x="1572" y="735"/>
                  </a:lnTo>
                  <a:lnTo>
                    <a:pt x="1563" y="739"/>
                  </a:lnTo>
                  <a:lnTo>
                    <a:pt x="1553" y="743"/>
                  </a:lnTo>
                  <a:lnTo>
                    <a:pt x="1543" y="746"/>
                  </a:lnTo>
                  <a:lnTo>
                    <a:pt x="1531" y="749"/>
                  </a:lnTo>
                  <a:lnTo>
                    <a:pt x="1520" y="751"/>
                  </a:lnTo>
                  <a:lnTo>
                    <a:pt x="1508" y="753"/>
                  </a:lnTo>
                  <a:lnTo>
                    <a:pt x="1497" y="753"/>
                  </a:lnTo>
                  <a:lnTo>
                    <a:pt x="127" y="753"/>
                  </a:lnTo>
                  <a:lnTo>
                    <a:pt x="115" y="753"/>
                  </a:lnTo>
                  <a:lnTo>
                    <a:pt x="103" y="751"/>
                  </a:lnTo>
                  <a:lnTo>
                    <a:pt x="91" y="749"/>
                  </a:lnTo>
                  <a:lnTo>
                    <a:pt x="80" y="746"/>
                  </a:lnTo>
                  <a:lnTo>
                    <a:pt x="69" y="743"/>
                  </a:lnTo>
                  <a:lnTo>
                    <a:pt x="59" y="739"/>
                  </a:lnTo>
                  <a:lnTo>
                    <a:pt x="50" y="735"/>
                  </a:lnTo>
                  <a:lnTo>
                    <a:pt x="42" y="730"/>
                  </a:lnTo>
                  <a:lnTo>
                    <a:pt x="33" y="726"/>
                  </a:lnTo>
                  <a:lnTo>
                    <a:pt x="25" y="721"/>
                  </a:lnTo>
                  <a:lnTo>
                    <a:pt x="18" y="715"/>
                  </a:lnTo>
                  <a:lnTo>
                    <a:pt x="13" y="709"/>
                  </a:lnTo>
                  <a:lnTo>
                    <a:pt x="8" y="703"/>
                  </a:lnTo>
                  <a:lnTo>
                    <a:pt x="5" y="696"/>
                  </a:lnTo>
                  <a:lnTo>
                    <a:pt x="2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2" y="161"/>
                  </a:lnTo>
                  <a:lnTo>
                    <a:pt x="5" y="154"/>
                  </a:lnTo>
                  <a:lnTo>
                    <a:pt x="8" y="148"/>
                  </a:lnTo>
                  <a:lnTo>
                    <a:pt x="13" y="141"/>
                  </a:lnTo>
                  <a:lnTo>
                    <a:pt x="18" y="136"/>
                  </a:lnTo>
                  <a:lnTo>
                    <a:pt x="25" y="130"/>
                  </a:lnTo>
                  <a:lnTo>
                    <a:pt x="33" y="125"/>
                  </a:lnTo>
                  <a:lnTo>
                    <a:pt x="42" y="119"/>
                  </a:lnTo>
                  <a:lnTo>
                    <a:pt x="50" y="115"/>
                  </a:lnTo>
                  <a:lnTo>
                    <a:pt x="59" y="111"/>
                  </a:lnTo>
                  <a:lnTo>
                    <a:pt x="69" y="108"/>
                  </a:lnTo>
                  <a:lnTo>
                    <a:pt x="80" y="103"/>
                  </a:lnTo>
                  <a:lnTo>
                    <a:pt x="91" y="102"/>
                  </a:lnTo>
                  <a:lnTo>
                    <a:pt x="103" y="99"/>
                  </a:lnTo>
                  <a:lnTo>
                    <a:pt x="115" y="97"/>
                  </a:lnTo>
                  <a:lnTo>
                    <a:pt x="127" y="96"/>
                  </a:lnTo>
                  <a:lnTo>
                    <a:pt x="246" y="96"/>
                  </a:lnTo>
                  <a:lnTo>
                    <a:pt x="131" y="0"/>
                  </a:lnTo>
                  <a:lnTo>
                    <a:pt x="408" y="96"/>
                  </a:lnTo>
                  <a:lnTo>
                    <a:pt x="1497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38924" name="Text Box 136"/>
            <p:cNvSpPr txBox="1">
              <a:spLocks noChangeArrowheads="1"/>
            </p:cNvSpPr>
            <p:nvPr/>
          </p:nvSpPr>
          <p:spPr bwMode="auto">
            <a:xfrm>
              <a:off x="1714" y="3639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38919" name="Rectangle 1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38920" name="Text Box 1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8921" name="Text Box 1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38922" name="Text Box 1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2E55AA3-5E89-67C1-B935-F12CBAC15820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47055590"/>
      </p:ext>
    </p:extLst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39028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29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5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6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7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8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39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0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1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42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43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1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2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53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891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8925" name="AutoShape 30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6" name="AutoShape 31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27" name="Line 32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28" name="Freeform 33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34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35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Line 36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32" name="AutoShape 37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3" name="AutoShape 38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4" name="AutoShape 39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5" name="AutoShape 40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6" name="AutoShape 41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7" name="AutoShape 4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8" name="AutoShape 43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39" name="AutoShape 44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0" name="AutoShape 45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1" name="AutoShape 46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2" name="Oval 47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3" name="Oval 48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4" name="Freeform 49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AutoShape 50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6" name="AutoShape 51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7" name="AutoShape 52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8" name="AutoShape 53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49" name="AutoShape 54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0" name="AutoShape 55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1" name="Group 56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39008" name="Line 57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9" name="Line 58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0" name="Line 59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1" name="Line 60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2" name="Line 61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3" name="Line 62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4" name="Line 63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5" name="Line 64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6" name="Line 65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7" name="Line 66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8" name="Line 67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19" name="Line 68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0" name="Line 69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1" name="Line 70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2" name="Line 71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3" name="Line 72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4" name="Line 73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5" name="Line 74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6" name="Line 75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27" name="Line 76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2" name="AutoShape 77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3" name="AutoShape 78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4" name="AutoShape 79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5" name="AutoShape 80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6" name="AutoShape 81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57" name="Group 82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38988" name="Line 83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9" name="Line 84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0" name="Line 85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1" name="Line 86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2" name="Line 87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3" name="Line 88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4" name="Line 89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5" name="Line 90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6" name="Line 91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7" name="Line 92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8" name="Line 93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99" name="Line 94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0" name="Line 95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1" name="Line 96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2" name="Line 97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3" name="Line 98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4" name="Line 99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5" name="Line 100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6" name="Line 101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007" name="Line 102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58" name="AutoShape 103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59" name="AutoShape 104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0" name="AutoShape 105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1" name="AutoShape 106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2" name="AutoShape 107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963" name="Group 108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8968" name="Line 109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69" name="Line 110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0" name="Line 111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1" name="Line 112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2" name="Line 113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3" name="Line 114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4" name="Line 115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5" name="Line 116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6" name="Line 117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7" name="Line 118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8" name="Line 119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79" name="Line 120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0" name="Line 121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1" name="Line 122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2" name="Line 123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3" name="Line 124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4" name="Line 125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5" name="Line 126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6" name="Line 127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8987" name="Line 128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8964" name="AutoShape 129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5" name="Freeform 130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AutoShape 131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67" name="Freeform 132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573" name="Line 133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 flipV="1">
            <a:off x="3275013" y="3673476"/>
            <a:ext cx="635000" cy="841375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" name="Group 134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3751264" y="4343401"/>
            <a:ext cx="2344737" cy="1057275"/>
            <a:chOff x="1543" y="3489"/>
            <a:chExt cx="1625" cy="754"/>
          </a:xfrm>
        </p:grpSpPr>
        <p:sp>
          <p:nvSpPr>
            <p:cNvPr id="38923" name="Freeform 135"/>
            <p:cNvSpPr>
              <a:spLocks/>
            </p:cNvSpPr>
            <p:nvPr/>
          </p:nvSpPr>
          <p:spPr bwMode="auto">
            <a:xfrm>
              <a:off x="1543" y="3489"/>
              <a:ext cx="1625" cy="754"/>
            </a:xfrm>
            <a:custGeom>
              <a:avLst/>
              <a:gdLst>
                <a:gd name="T0" fmla="*/ 1508 w 1625"/>
                <a:gd name="T1" fmla="*/ 97 h 754"/>
                <a:gd name="T2" fmla="*/ 1531 w 1625"/>
                <a:gd name="T3" fmla="*/ 102 h 754"/>
                <a:gd name="T4" fmla="*/ 1553 w 1625"/>
                <a:gd name="T5" fmla="*/ 108 h 754"/>
                <a:gd name="T6" fmla="*/ 1572 w 1625"/>
                <a:gd name="T7" fmla="*/ 115 h 754"/>
                <a:gd name="T8" fmla="*/ 1589 w 1625"/>
                <a:gd name="T9" fmla="*/ 125 h 754"/>
                <a:gd name="T10" fmla="*/ 1603 w 1625"/>
                <a:gd name="T11" fmla="*/ 136 h 754"/>
                <a:gd name="T12" fmla="*/ 1613 w 1625"/>
                <a:gd name="T13" fmla="*/ 148 h 754"/>
                <a:gd name="T14" fmla="*/ 1620 w 1625"/>
                <a:gd name="T15" fmla="*/ 161 h 754"/>
                <a:gd name="T16" fmla="*/ 1624 w 1625"/>
                <a:gd name="T17" fmla="*/ 682 h 754"/>
                <a:gd name="T18" fmla="*/ 1618 w 1625"/>
                <a:gd name="T19" fmla="*/ 696 h 754"/>
                <a:gd name="T20" fmla="*/ 1610 w 1625"/>
                <a:gd name="T21" fmla="*/ 709 h 754"/>
                <a:gd name="T22" fmla="*/ 1597 w 1625"/>
                <a:gd name="T23" fmla="*/ 721 h 754"/>
                <a:gd name="T24" fmla="*/ 1582 w 1625"/>
                <a:gd name="T25" fmla="*/ 730 h 754"/>
                <a:gd name="T26" fmla="*/ 1563 w 1625"/>
                <a:gd name="T27" fmla="*/ 739 h 754"/>
                <a:gd name="T28" fmla="*/ 1543 w 1625"/>
                <a:gd name="T29" fmla="*/ 746 h 754"/>
                <a:gd name="T30" fmla="*/ 1520 w 1625"/>
                <a:gd name="T31" fmla="*/ 751 h 754"/>
                <a:gd name="T32" fmla="*/ 1497 w 1625"/>
                <a:gd name="T33" fmla="*/ 753 h 754"/>
                <a:gd name="T34" fmla="*/ 115 w 1625"/>
                <a:gd name="T35" fmla="*/ 753 h 754"/>
                <a:gd name="T36" fmla="*/ 91 w 1625"/>
                <a:gd name="T37" fmla="*/ 749 h 754"/>
                <a:gd name="T38" fmla="*/ 69 w 1625"/>
                <a:gd name="T39" fmla="*/ 743 h 754"/>
                <a:gd name="T40" fmla="*/ 50 w 1625"/>
                <a:gd name="T41" fmla="*/ 735 h 754"/>
                <a:gd name="T42" fmla="*/ 33 w 1625"/>
                <a:gd name="T43" fmla="*/ 726 h 754"/>
                <a:gd name="T44" fmla="*/ 18 w 1625"/>
                <a:gd name="T45" fmla="*/ 715 h 754"/>
                <a:gd name="T46" fmla="*/ 8 w 1625"/>
                <a:gd name="T47" fmla="*/ 703 h 754"/>
                <a:gd name="T48" fmla="*/ 2 w 1625"/>
                <a:gd name="T49" fmla="*/ 690 h 754"/>
                <a:gd name="T50" fmla="*/ 0 w 1625"/>
                <a:gd name="T51" fmla="*/ 167 h 754"/>
                <a:gd name="T52" fmla="*/ 5 w 1625"/>
                <a:gd name="T53" fmla="*/ 154 h 754"/>
                <a:gd name="T54" fmla="*/ 13 w 1625"/>
                <a:gd name="T55" fmla="*/ 141 h 754"/>
                <a:gd name="T56" fmla="*/ 25 w 1625"/>
                <a:gd name="T57" fmla="*/ 130 h 754"/>
                <a:gd name="T58" fmla="*/ 42 w 1625"/>
                <a:gd name="T59" fmla="*/ 119 h 754"/>
                <a:gd name="T60" fmla="*/ 59 w 1625"/>
                <a:gd name="T61" fmla="*/ 111 h 754"/>
                <a:gd name="T62" fmla="*/ 80 w 1625"/>
                <a:gd name="T63" fmla="*/ 103 h 754"/>
                <a:gd name="T64" fmla="*/ 103 w 1625"/>
                <a:gd name="T65" fmla="*/ 99 h 754"/>
                <a:gd name="T66" fmla="*/ 127 w 1625"/>
                <a:gd name="T67" fmla="*/ 96 h 754"/>
                <a:gd name="T68" fmla="*/ 131 w 1625"/>
                <a:gd name="T69" fmla="*/ 0 h 754"/>
                <a:gd name="T70" fmla="*/ 1497 w 1625"/>
                <a:gd name="T71" fmla="*/ 96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5"/>
                <a:gd name="T109" fmla="*/ 0 h 754"/>
                <a:gd name="T110" fmla="*/ 1625 w 1625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5" h="754">
                  <a:moveTo>
                    <a:pt x="1497" y="96"/>
                  </a:moveTo>
                  <a:lnTo>
                    <a:pt x="1508" y="97"/>
                  </a:lnTo>
                  <a:lnTo>
                    <a:pt x="1520" y="99"/>
                  </a:lnTo>
                  <a:lnTo>
                    <a:pt x="1531" y="102"/>
                  </a:lnTo>
                  <a:lnTo>
                    <a:pt x="1543" y="103"/>
                  </a:lnTo>
                  <a:lnTo>
                    <a:pt x="1553" y="108"/>
                  </a:lnTo>
                  <a:lnTo>
                    <a:pt x="1563" y="111"/>
                  </a:lnTo>
                  <a:lnTo>
                    <a:pt x="1572" y="115"/>
                  </a:lnTo>
                  <a:lnTo>
                    <a:pt x="1582" y="119"/>
                  </a:lnTo>
                  <a:lnTo>
                    <a:pt x="1589" y="125"/>
                  </a:lnTo>
                  <a:lnTo>
                    <a:pt x="1597" y="130"/>
                  </a:lnTo>
                  <a:lnTo>
                    <a:pt x="1603" y="136"/>
                  </a:lnTo>
                  <a:lnTo>
                    <a:pt x="1610" y="141"/>
                  </a:lnTo>
                  <a:lnTo>
                    <a:pt x="1613" y="148"/>
                  </a:lnTo>
                  <a:lnTo>
                    <a:pt x="1618" y="154"/>
                  </a:lnTo>
                  <a:lnTo>
                    <a:pt x="1620" y="161"/>
                  </a:lnTo>
                  <a:lnTo>
                    <a:pt x="1624" y="167"/>
                  </a:lnTo>
                  <a:lnTo>
                    <a:pt x="1624" y="682"/>
                  </a:lnTo>
                  <a:lnTo>
                    <a:pt x="1620" y="690"/>
                  </a:lnTo>
                  <a:lnTo>
                    <a:pt x="1618" y="696"/>
                  </a:lnTo>
                  <a:lnTo>
                    <a:pt x="1613" y="703"/>
                  </a:lnTo>
                  <a:lnTo>
                    <a:pt x="1610" y="709"/>
                  </a:lnTo>
                  <a:lnTo>
                    <a:pt x="1603" y="715"/>
                  </a:lnTo>
                  <a:lnTo>
                    <a:pt x="1597" y="721"/>
                  </a:lnTo>
                  <a:lnTo>
                    <a:pt x="1589" y="726"/>
                  </a:lnTo>
                  <a:lnTo>
                    <a:pt x="1582" y="730"/>
                  </a:lnTo>
                  <a:lnTo>
                    <a:pt x="1572" y="735"/>
                  </a:lnTo>
                  <a:lnTo>
                    <a:pt x="1563" y="739"/>
                  </a:lnTo>
                  <a:lnTo>
                    <a:pt x="1553" y="743"/>
                  </a:lnTo>
                  <a:lnTo>
                    <a:pt x="1543" y="746"/>
                  </a:lnTo>
                  <a:lnTo>
                    <a:pt x="1531" y="749"/>
                  </a:lnTo>
                  <a:lnTo>
                    <a:pt x="1520" y="751"/>
                  </a:lnTo>
                  <a:lnTo>
                    <a:pt x="1508" y="753"/>
                  </a:lnTo>
                  <a:lnTo>
                    <a:pt x="1497" y="753"/>
                  </a:lnTo>
                  <a:lnTo>
                    <a:pt x="127" y="753"/>
                  </a:lnTo>
                  <a:lnTo>
                    <a:pt x="115" y="753"/>
                  </a:lnTo>
                  <a:lnTo>
                    <a:pt x="103" y="751"/>
                  </a:lnTo>
                  <a:lnTo>
                    <a:pt x="91" y="749"/>
                  </a:lnTo>
                  <a:lnTo>
                    <a:pt x="80" y="746"/>
                  </a:lnTo>
                  <a:lnTo>
                    <a:pt x="69" y="743"/>
                  </a:lnTo>
                  <a:lnTo>
                    <a:pt x="59" y="739"/>
                  </a:lnTo>
                  <a:lnTo>
                    <a:pt x="50" y="735"/>
                  </a:lnTo>
                  <a:lnTo>
                    <a:pt x="42" y="730"/>
                  </a:lnTo>
                  <a:lnTo>
                    <a:pt x="33" y="726"/>
                  </a:lnTo>
                  <a:lnTo>
                    <a:pt x="25" y="721"/>
                  </a:lnTo>
                  <a:lnTo>
                    <a:pt x="18" y="715"/>
                  </a:lnTo>
                  <a:lnTo>
                    <a:pt x="13" y="709"/>
                  </a:lnTo>
                  <a:lnTo>
                    <a:pt x="8" y="703"/>
                  </a:lnTo>
                  <a:lnTo>
                    <a:pt x="5" y="696"/>
                  </a:lnTo>
                  <a:lnTo>
                    <a:pt x="2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2" y="161"/>
                  </a:lnTo>
                  <a:lnTo>
                    <a:pt x="5" y="154"/>
                  </a:lnTo>
                  <a:lnTo>
                    <a:pt x="8" y="148"/>
                  </a:lnTo>
                  <a:lnTo>
                    <a:pt x="13" y="141"/>
                  </a:lnTo>
                  <a:lnTo>
                    <a:pt x="18" y="136"/>
                  </a:lnTo>
                  <a:lnTo>
                    <a:pt x="25" y="130"/>
                  </a:lnTo>
                  <a:lnTo>
                    <a:pt x="33" y="125"/>
                  </a:lnTo>
                  <a:lnTo>
                    <a:pt x="42" y="119"/>
                  </a:lnTo>
                  <a:lnTo>
                    <a:pt x="50" y="115"/>
                  </a:lnTo>
                  <a:lnTo>
                    <a:pt x="59" y="111"/>
                  </a:lnTo>
                  <a:lnTo>
                    <a:pt x="69" y="108"/>
                  </a:lnTo>
                  <a:lnTo>
                    <a:pt x="80" y="103"/>
                  </a:lnTo>
                  <a:lnTo>
                    <a:pt x="91" y="102"/>
                  </a:lnTo>
                  <a:lnTo>
                    <a:pt x="103" y="99"/>
                  </a:lnTo>
                  <a:lnTo>
                    <a:pt x="115" y="97"/>
                  </a:lnTo>
                  <a:lnTo>
                    <a:pt x="127" y="96"/>
                  </a:lnTo>
                  <a:lnTo>
                    <a:pt x="246" y="96"/>
                  </a:lnTo>
                  <a:lnTo>
                    <a:pt x="131" y="0"/>
                  </a:lnTo>
                  <a:lnTo>
                    <a:pt x="408" y="96"/>
                  </a:lnTo>
                  <a:lnTo>
                    <a:pt x="1497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38924" name="Text Box 136"/>
            <p:cNvSpPr txBox="1">
              <a:spLocks noChangeArrowheads="1"/>
            </p:cNvSpPr>
            <p:nvPr/>
          </p:nvSpPr>
          <p:spPr bwMode="auto">
            <a:xfrm>
              <a:off x="1714" y="3639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38919" name="Rectangle 138"/>
          <p:cNvSpPr>
            <a:spLocks noGrp="1" noChangeArrowheads="1"/>
          </p:cNvSpPr>
          <p:nvPr>
            <p:ph type="body" idx="1"/>
            <p:custDataLst>
              <p:tags r:id="rId6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38920" name="Text Box 139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8921" name="Text Box 140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38922" name="Text Box 14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2E55AA3-5E89-67C1-B935-F12CBAC15820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11353597"/>
      </p:ext>
    </p:extLst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015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5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7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9940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root name server, </a:t>
            </a:r>
            <a:r>
              <a:rPr lang="en-US" altLang="zh-CN" sz="2400" i="1">
                <a:ea typeface="SimSun" panose="02010600030101010101" pitchFamily="2" charset="-122"/>
              </a:rPr>
              <a:t>m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  <a:endParaRPr lang="en-US" altLang="zh-CN">
              <a:ea typeface="SimSun" panose="02010600030101010101" pitchFamily="2" charset="-122"/>
            </a:endParaRPr>
          </a:p>
        </p:txBody>
      </p:sp>
      <p:sp>
        <p:nvSpPr>
          <p:cNvPr id="39941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9942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3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0054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5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6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57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61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2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3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4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5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6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7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8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9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0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1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2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3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5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6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7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8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9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0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0137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8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9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0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1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2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3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4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5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6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7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8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9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0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1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2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3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4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5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6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1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2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3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4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5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6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0117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8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9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0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1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2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3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4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5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6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7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8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9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0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1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2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3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4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5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6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7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8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9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0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1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92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0097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8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9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0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1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2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3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4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5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6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7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8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9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0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1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2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3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4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5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6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93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4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6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4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5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9951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2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3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8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9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0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1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2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3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4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5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6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7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8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9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0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2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3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4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5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6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77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0034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5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6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7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8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9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0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1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2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3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4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5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6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7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8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9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0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1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2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3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78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9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0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1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2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3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0014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5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6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7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8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9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0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1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2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3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4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5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6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7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8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9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0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1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2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3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84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5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6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7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8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9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9994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5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6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7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8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9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0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1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2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3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4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5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6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7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8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9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0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1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2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3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90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1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3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6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0C1C2C9-D6B0-D595-41B5-125C0266F3FD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1167479"/>
      </p:ext>
    </p:extLst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015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5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7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9940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root name server, </a:t>
            </a:r>
            <a:r>
              <a:rPr lang="en-US" altLang="zh-CN" sz="2400" i="1">
                <a:ea typeface="SimSun" panose="02010600030101010101" pitchFamily="2" charset="-122"/>
              </a:rPr>
              <a:t>m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  <a:endParaRPr lang="en-US" altLang="zh-CN">
              <a:ea typeface="SimSun" panose="02010600030101010101" pitchFamily="2" charset="-122"/>
            </a:endParaRPr>
          </a:p>
        </p:txBody>
      </p:sp>
      <p:sp>
        <p:nvSpPr>
          <p:cNvPr id="39941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9942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3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0054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5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6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57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61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2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3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4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5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6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7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8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9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0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1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2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3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5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6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7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8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9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0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0137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8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9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0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1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2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3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4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5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6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7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8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9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0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1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2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3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4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5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6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1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2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3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4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5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6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0117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8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9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0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1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2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3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4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5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6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7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8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9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0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1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2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3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4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5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6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7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8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9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0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1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92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0097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8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9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0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1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2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3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4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5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6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7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8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9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0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1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2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3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4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5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6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93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4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6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4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5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9951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2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3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8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9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0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1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2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3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4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5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6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7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8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9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0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2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3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4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5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6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77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0034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5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6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7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8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9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0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1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2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3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4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5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6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7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8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9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0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1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2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3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78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9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0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1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2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3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0014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5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6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7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8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9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0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1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2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3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4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5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6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7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8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9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0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1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2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3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84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5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6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7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8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9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9994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5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6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7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8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9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0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1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2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3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4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5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6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7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8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9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0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1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2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3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90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1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3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6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1" name="Group 244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4919663" y="4124326"/>
            <a:ext cx="2343150" cy="1057275"/>
            <a:chOff x="2353" y="2244"/>
            <a:chExt cx="1624" cy="755"/>
          </a:xfrm>
        </p:grpSpPr>
        <p:sp>
          <p:nvSpPr>
            <p:cNvPr id="39949" name="Freeform 245"/>
            <p:cNvSpPr>
              <a:spLocks/>
            </p:cNvSpPr>
            <p:nvPr/>
          </p:nvSpPr>
          <p:spPr bwMode="auto">
            <a:xfrm>
              <a:off x="2353" y="2244"/>
              <a:ext cx="1624" cy="755"/>
            </a:xfrm>
            <a:custGeom>
              <a:avLst/>
              <a:gdLst>
                <a:gd name="T0" fmla="*/ 1507 w 1624"/>
                <a:gd name="T1" fmla="*/ 98 h 755"/>
                <a:gd name="T2" fmla="*/ 1530 w 1624"/>
                <a:gd name="T3" fmla="*/ 102 h 755"/>
                <a:gd name="T4" fmla="*/ 1552 w 1624"/>
                <a:gd name="T5" fmla="*/ 108 h 755"/>
                <a:gd name="T6" fmla="*/ 1572 w 1624"/>
                <a:gd name="T7" fmla="*/ 116 h 755"/>
                <a:gd name="T8" fmla="*/ 1588 w 1624"/>
                <a:gd name="T9" fmla="*/ 126 h 755"/>
                <a:gd name="T10" fmla="*/ 1602 w 1624"/>
                <a:gd name="T11" fmla="*/ 137 h 755"/>
                <a:gd name="T12" fmla="*/ 1613 w 1624"/>
                <a:gd name="T13" fmla="*/ 149 h 755"/>
                <a:gd name="T14" fmla="*/ 1620 w 1624"/>
                <a:gd name="T15" fmla="*/ 161 h 755"/>
                <a:gd name="T16" fmla="*/ 1623 w 1624"/>
                <a:gd name="T17" fmla="*/ 682 h 755"/>
                <a:gd name="T18" fmla="*/ 1617 w 1624"/>
                <a:gd name="T19" fmla="*/ 696 h 755"/>
                <a:gd name="T20" fmla="*/ 1609 w 1624"/>
                <a:gd name="T21" fmla="*/ 709 h 755"/>
                <a:gd name="T22" fmla="*/ 1596 w 1624"/>
                <a:gd name="T23" fmla="*/ 721 h 755"/>
                <a:gd name="T24" fmla="*/ 1581 w 1624"/>
                <a:gd name="T25" fmla="*/ 730 h 755"/>
                <a:gd name="T26" fmla="*/ 1563 w 1624"/>
                <a:gd name="T27" fmla="*/ 740 h 755"/>
                <a:gd name="T28" fmla="*/ 1542 w 1624"/>
                <a:gd name="T29" fmla="*/ 746 h 755"/>
                <a:gd name="T30" fmla="*/ 1519 w 1624"/>
                <a:gd name="T31" fmla="*/ 752 h 755"/>
                <a:gd name="T32" fmla="*/ 1496 w 1624"/>
                <a:gd name="T33" fmla="*/ 754 h 755"/>
                <a:gd name="T34" fmla="*/ 114 w 1624"/>
                <a:gd name="T35" fmla="*/ 754 h 755"/>
                <a:gd name="T36" fmla="*/ 91 w 1624"/>
                <a:gd name="T37" fmla="*/ 749 h 755"/>
                <a:gd name="T38" fmla="*/ 69 w 1624"/>
                <a:gd name="T39" fmla="*/ 743 h 755"/>
                <a:gd name="T40" fmla="*/ 49 w 1624"/>
                <a:gd name="T41" fmla="*/ 736 h 755"/>
                <a:gd name="T42" fmla="*/ 32 w 1624"/>
                <a:gd name="T43" fmla="*/ 727 h 755"/>
                <a:gd name="T44" fmla="*/ 18 w 1624"/>
                <a:gd name="T45" fmla="*/ 715 h 755"/>
                <a:gd name="T46" fmla="*/ 7 w 1624"/>
                <a:gd name="T47" fmla="*/ 703 h 755"/>
                <a:gd name="T48" fmla="*/ 1 w 1624"/>
                <a:gd name="T49" fmla="*/ 690 h 755"/>
                <a:gd name="T50" fmla="*/ 0 w 1624"/>
                <a:gd name="T51" fmla="*/ 167 h 755"/>
                <a:gd name="T52" fmla="*/ 4 w 1624"/>
                <a:gd name="T53" fmla="*/ 155 h 755"/>
                <a:gd name="T54" fmla="*/ 13 w 1624"/>
                <a:gd name="T55" fmla="*/ 142 h 755"/>
                <a:gd name="T56" fmla="*/ 25 w 1624"/>
                <a:gd name="T57" fmla="*/ 131 h 755"/>
                <a:gd name="T58" fmla="*/ 41 w 1624"/>
                <a:gd name="T59" fmla="*/ 120 h 755"/>
                <a:gd name="T60" fmla="*/ 59 w 1624"/>
                <a:gd name="T61" fmla="*/ 111 h 755"/>
                <a:gd name="T62" fmla="*/ 80 w 1624"/>
                <a:gd name="T63" fmla="*/ 104 h 755"/>
                <a:gd name="T64" fmla="*/ 103 w 1624"/>
                <a:gd name="T65" fmla="*/ 99 h 755"/>
                <a:gd name="T66" fmla="*/ 127 w 1624"/>
                <a:gd name="T67" fmla="*/ 96 h 755"/>
                <a:gd name="T68" fmla="*/ 131 w 1624"/>
                <a:gd name="T69" fmla="*/ 0 h 755"/>
                <a:gd name="T70" fmla="*/ 1496 w 1624"/>
                <a:gd name="T71" fmla="*/ 96 h 7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4"/>
                <a:gd name="T109" fmla="*/ 0 h 755"/>
                <a:gd name="T110" fmla="*/ 1624 w 1624"/>
                <a:gd name="T111" fmla="*/ 755 h 75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4" h="755">
                  <a:moveTo>
                    <a:pt x="1496" y="96"/>
                  </a:moveTo>
                  <a:lnTo>
                    <a:pt x="1507" y="98"/>
                  </a:lnTo>
                  <a:lnTo>
                    <a:pt x="1519" y="99"/>
                  </a:lnTo>
                  <a:lnTo>
                    <a:pt x="1530" y="102"/>
                  </a:lnTo>
                  <a:lnTo>
                    <a:pt x="1542" y="104"/>
                  </a:lnTo>
                  <a:lnTo>
                    <a:pt x="1552" y="108"/>
                  </a:lnTo>
                  <a:lnTo>
                    <a:pt x="1563" y="111"/>
                  </a:lnTo>
                  <a:lnTo>
                    <a:pt x="1572" y="116"/>
                  </a:lnTo>
                  <a:lnTo>
                    <a:pt x="1581" y="120"/>
                  </a:lnTo>
                  <a:lnTo>
                    <a:pt x="1588" y="126"/>
                  </a:lnTo>
                  <a:lnTo>
                    <a:pt x="1596" y="131"/>
                  </a:lnTo>
                  <a:lnTo>
                    <a:pt x="1602" y="137"/>
                  </a:lnTo>
                  <a:lnTo>
                    <a:pt x="1609" y="142"/>
                  </a:lnTo>
                  <a:lnTo>
                    <a:pt x="1613" y="149"/>
                  </a:lnTo>
                  <a:lnTo>
                    <a:pt x="1617" y="155"/>
                  </a:lnTo>
                  <a:lnTo>
                    <a:pt x="1620" y="161"/>
                  </a:lnTo>
                  <a:lnTo>
                    <a:pt x="1623" y="167"/>
                  </a:lnTo>
                  <a:lnTo>
                    <a:pt x="1623" y="682"/>
                  </a:lnTo>
                  <a:lnTo>
                    <a:pt x="1620" y="690"/>
                  </a:lnTo>
                  <a:lnTo>
                    <a:pt x="1617" y="696"/>
                  </a:lnTo>
                  <a:lnTo>
                    <a:pt x="1613" y="703"/>
                  </a:lnTo>
                  <a:lnTo>
                    <a:pt x="1609" y="709"/>
                  </a:lnTo>
                  <a:lnTo>
                    <a:pt x="1602" y="715"/>
                  </a:lnTo>
                  <a:lnTo>
                    <a:pt x="1596" y="721"/>
                  </a:lnTo>
                  <a:lnTo>
                    <a:pt x="1588" y="727"/>
                  </a:lnTo>
                  <a:lnTo>
                    <a:pt x="1581" y="730"/>
                  </a:lnTo>
                  <a:lnTo>
                    <a:pt x="1572" y="736"/>
                  </a:lnTo>
                  <a:lnTo>
                    <a:pt x="1563" y="740"/>
                  </a:lnTo>
                  <a:lnTo>
                    <a:pt x="1552" y="743"/>
                  </a:lnTo>
                  <a:lnTo>
                    <a:pt x="1542" y="746"/>
                  </a:lnTo>
                  <a:lnTo>
                    <a:pt x="1530" y="749"/>
                  </a:lnTo>
                  <a:lnTo>
                    <a:pt x="1519" y="752"/>
                  </a:lnTo>
                  <a:lnTo>
                    <a:pt x="1507" y="754"/>
                  </a:lnTo>
                  <a:lnTo>
                    <a:pt x="1496" y="754"/>
                  </a:lnTo>
                  <a:lnTo>
                    <a:pt x="127" y="754"/>
                  </a:lnTo>
                  <a:lnTo>
                    <a:pt x="114" y="754"/>
                  </a:lnTo>
                  <a:lnTo>
                    <a:pt x="103" y="752"/>
                  </a:lnTo>
                  <a:lnTo>
                    <a:pt x="91" y="749"/>
                  </a:lnTo>
                  <a:lnTo>
                    <a:pt x="80" y="746"/>
                  </a:lnTo>
                  <a:lnTo>
                    <a:pt x="69" y="743"/>
                  </a:lnTo>
                  <a:lnTo>
                    <a:pt x="59" y="740"/>
                  </a:lnTo>
                  <a:lnTo>
                    <a:pt x="49" y="736"/>
                  </a:lnTo>
                  <a:lnTo>
                    <a:pt x="41" y="730"/>
                  </a:lnTo>
                  <a:lnTo>
                    <a:pt x="32" y="727"/>
                  </a:lnTo>
                  <a:lnTo>
                    <a:pt x="25" y="721"/>
                  </a:lnTo>
                  <a:lnTo>
                    <a:pt x="18" y="715"/>
                  </a:lnTo>
                  <a:lnTo>
                    <a:pt x="13" y="709"/>
                  </a:lnTo>
                  <a:lnTo>
                    <a:pt x="7" y="703"/>
                  </a:lnTo>
                  <a:lnTo>
                    <a:pt x="4" y="696"/>
                  </a:lnTo>
                  <a:lnTo>
                    <a:pt x="1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1" y="161"/>
                  </a:lnTo>
                  <a:lnTo>
                    <a:pt x="4" y="155"/>
                  </a:lnTo>
                  <a:lnTo>
                    <a:pt x="7" y="149"/>
                  </a:lnTo>
                  <a:lnTo>
                    <a:pt x="13" y="142"/>
                  </a:lnTo>
                  <a:lnTo>
                    <a:pt x="18" y="137"/>
                  </a:lnTo>
                  <a:lnTo>
                    <a:pt x="25" y="131"/>
                  </a:lnTo>
                  <a:lnTo>
                    <a:pt x="32" y="126"/>
                  </a:lnTo>
                  <a:lnTo>
                    <a:pt x="41" y="120"/>
                  </a:lnTo>
                  <a:lnTo>
                    <a:pt x="49" y="116"/>
                  </a:lnTo>
                  <a:lnTo>
                    <a:pt x="59" y="111"/>
                  </a:lnTo>
                  <a:lnTo>
                    <a:pt x="69" y="108"/>
                  </a:lnTo>
                  <a:lnTo>
                    <a:pt x="80" y="104"/>
                  </a:lnTo>
                  <a:lnTo>
                    <a:pt x="91" y="102"/>
                  </a:lnTo>
                  <a:lnTo>
                    <a:pt x="103" y="99"/>
                  </a:lnTo>
                  <a:lnTo>
                    <a:pt x="114" y="98"/>
                  </a:lnTo>
                  <a:lnTo>
                    <a:pt x="127" y="96"/>
                  </a:lnTo>
                  <a:lnTo>
                    <a:pt x="246" y="96"/>
                  </a:lnTo>
                  <a:lnTo>
                    <a:pt x="131" y="0"/>
                  </a:lnTo>
                  <a:lnTo>
                    <a:pt x="407" y="96"/>
                  </a:lnTo>
                  <a:lnTo>
                    <a:pt x="1496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39950" name="Text Box 246"/>
            <p:cNvSpPr txBox="1">
              <a:spLocks noChangeArrowheads="1"/>
            </p:cNvSpPr>
            <p:nvPr/>
          </p:nvSpPr>
          <p:spPr bwMode="auto">
            <a:xfrm>
              <a:off x="2523" y="2394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30C1C2C9-D6B0-D595-41B5-125C0266F3FD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0319513"/>
      </p:ext>
    </p:extLst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015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5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6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7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7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8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9940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root name server, </a:t>
            </a:r>
            <a:r>
              <a:rPr lang="en-US" altLang="zh-CN" sz="2400" i="1">
                <a:ea typeface="SimSun" panose="02010600030101010101" pitchFamily="2" charset="-122"/>
              </a:rPr>
              <a:t>m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  <a:endParaRPr lang="en-US" altLang="zh-CN">
              <a:ea typeface="SimSun" panose="02010600030101010101" pitchFamily="2" charset="-122"/>
            </a:endParaRPr>
          </a:p>
        </p:txBody>
      </p:sp>
      <p:sp>
        <p:nvSpPr>
          <p:cNvPr id="39941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39942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3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0054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5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56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57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61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2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3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4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5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6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7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8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69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0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1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2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3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5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6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7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8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79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0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0137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8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9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0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1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2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3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4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5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6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7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8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49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0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1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2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3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4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5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56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1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2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3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4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5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86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0117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8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9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0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1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2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3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4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5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6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7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8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29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0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1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2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3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4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5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36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87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8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89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0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1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092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0097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8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99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0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1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2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3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4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5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6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7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8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09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0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1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2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3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4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5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116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093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4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96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4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39945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39951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2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3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8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59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0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1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2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3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4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5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6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7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8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69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0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2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3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4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5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6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77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0034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5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6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7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8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9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0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1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2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3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4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5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6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7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8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49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0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1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2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53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78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79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0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1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2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3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0014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5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6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7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8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9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0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1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2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3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4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5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6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7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8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29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0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1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2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33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84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5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6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7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88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989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39994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5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6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7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8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999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0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1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2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3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4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5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6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7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8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09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0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1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2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0013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9990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1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93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6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62707" name="Line 243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H="1" flipV="1">
            <a:off x="4933950" y="2817814"/>
            <a:ext cx="2452688" cy="306387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1" name="Group 244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919663" y="4124326"/>
            <a:ext cx="2343150" cy="1057275"/>
            <a:chOff x="2353" y="2244"/>
            <a:chExt cx="1624" cy="755"/>
          </a:xfrm>
        </p:grpSpPr>
        <p:sp>
          <p:nvSpPr>
            <p:cNvPr id="39949" name="Freeform 245"/>
            <p:cNvSpPr>
              <a:spLocks/>
            </p:cNvSpPr>
            <p:nvPr/>
          </p:nvSpPr>
          <p:spPr bwMode="auto">
            <a:xfrm>
              <a:off x="2353" y="2244"/>
              <a:ext cx="1624" cy="755"/>
            </a:xfrm>
            <a:custGeom>
              <a:avLst/>
              <a:gdLst>
                <a:gd name="T0" fmla="*/ 1507 w 1624"/>
                <a:gd name="T1" fmla="*/ 98 h 755"/>
                <a:gd name="T2" fmla="*/ 1530 w 1624"/>
                <a:gd name="T3" fmla="*/ 102 h 755"/>
                <a:gd name="T4" fmla="*/ 1552 w 1624"/>
                <a:gd name="T5" fmla="*/ 108 h 755"/>
                <a:gd name="T6" fmla="*/ 1572 w 1624"/>
                <a:gd name="T7" fmla="*/ 116 h 755"/>
                <a:gd name="T8" fmla="*/ 1588 w 1624"/>
                <a:gd name="T9" fmla="*/ 126 h 755"/>
                <a:gd name="T10" fmla="*/ 1602 w 1624"/>
                <a:gd name="T11" fmla="*/ 137 h 755"/>
                <a:gd name="T12" fmla="*/ 1613 w 1624"/>
                <a:gd name="T13" fmla="*/ 149 h 755"/>
                <a:gd name="T14" fmla="*/ 1620 w 1624"/>
                <a:gd name="T15" fmla="*/ 161 h 755"/>
                <a:gd name="T16" fmla="*/ 1623 w 1624"/>
                <a:gd name="T17" fmla="*/ 682 h 755"/>
                <a:gd name="T18" fmla="*/ 1617 w 1624"/>
                <a:gd name="T19" fmla="*/ 696 h 755"/>
                <a:gd name="T20" fmla="*/ 1609 w 1624"/>
                <a:gd name="T21" fmla="*/ 709 h 755"/>
                <a:gd name="T22" fmla="*/ 1596 w 1624"/>
                <a:gd name="T23" fmla="*/ 721 h 755"/>
                <a:gd name="T24" fmla="*/ 1581 w 1624"/>
                <a:gd name="T25" fmla="*/ 730 h 755"/>
                <a:gd name="T26" fmla="*/ 1563 w 1624"/>
                <a:gd name="T27" fmla="*/ 740 h 755"/>
                <a:gd name="T28" fmla="*/ 1542 w 1624"/>
                <a:gd name="T29" fmla="*/ 746 h 755"/>
                <a:gd name="T30" fmla="*/ 1519 w 1624"/>
                <a:gd name="T31" fmla="*/ 752 h 755"/>
                <a:gd name="T32" fmla="*/ 1496 w 1624"/>
                <a:gd name="T33" fmla="*/ 754 h 755"/>
                <a:gd name="T34" fmla="*/ 114 w 1624"/>
                <a:gd name="T35" fmla="*/ 754 h 755"/>
                <a:gd name="T36" fmla="*/ 91 w 1624"/>
                <a:gd name="T37" fmla="*/ 749 h 755"/>
                <a:gd name="T38" fmla="*/ 69 w 1624"/>
                <a:gd name="T39" fmla="*/ 743 h 755"/>
                <a:gd name="T40" fmla="*/ 49 w 1624"/>
                <a:gd name="T41" fmla="*/ 736 h 755"/>
                <a:gd name="T42" fmla="*/ 32 w 1624"/>
                <a:gd name="T43" fmla="*/ 727 h 755"/>
                <a:gd name="T44" fmla="*/ 18 w 1624"/>
                <a:gd name="T45" fmla="*/ 715 h 755"/>
                <a:gd name="T46" fmla="*/ 7 w 1624"/>
                <a:gd name="T47" fmla="*/ 703 h 755"/>
                <a:gd name="T48" fmla="*/ 1 w 1624"/>
                <a:gd name="T49" fmla="*/ 690 h 755"/>
                <a:gd name="T50" fmla="*/ 0 w 1624"/>
                <a:gd name="T51" fmla="*/ 167 h 755"/>
                <a:gd name="T52" fmla="*/ 4 w 1624"/>
                <a:gd name="T53" fmla="*/ 155 h 755"/>
                <a:gd name="T54" fmla="*/ 13 w 1624"/>
                <a:gd name="T55" fmla="*/ 142 h 755"/>
                <a:gd name="T56" fmla="*/ 25 w 1624"/>
                <a:gd name="T57" fmla="*/ 131 h 755"/>
                <a:gd name="T58" fmla="*/ 41 w 1624"/>
                <a:gd name="T59" fmla="*/ 120 h 755"/>
                <a:gd name="T60" fmla="*/ 59 w 1624"/>
                <a:gd name="T61" fmla="*/ 111 h 755"/>
                <a:gd name="T62" fmla="*/ 80 w 1624"/>
                <a:gd name="T63" fmla="*/ 104 h 755"/>
                <a:gd name="T64" fmla="*/ 103 w 1624"/>
                <a:gd name="T65" fmla="*/ 99 h 755"/>
                <a:gd name="T66" fmla="*/ 127 w 1624"/>
                <a:gd name="T67" fmla="*/ 96 h 755"/>
                <a:gd name="T68" fmla="*/ 131 w 1624"/>
                <a:gd name="T69" fmla="*/ 0 h 755"/>
                <a:gd name="T70" fmla="*/ 1496 w 1624"/>
                <a:gd name="T71" fmla="*/ 96 h 7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4"/>
                <a:gd name="T109" fmla="*/ 0 h 755"/>
                <a:gd name="T110" fmla="*/ 1624 w 1624"/>
                <a:gd name="T111" fmla="*/ 755 h 75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4" h="755">
                  <a:moveTo>
                    <a:pt x="1496" y="96"/>
                  </a:moveTo>
                  <a:lnTo>
                    <a:pt x="1507" y="98"/>
                  </a:lnTo>
                  <a:lnTo>
                    <a:pt x="1519" y="99"/>
                  </a:lnTo>
                  <a:lnTo>
                    <a:pt x="1530" y="102"/>
                  </a:lnTo>
                  <a:lnTo>
                    <a:pt x="1542" y="104"/>
                  </a:lnTo>
                  <a:lnTo>
                    <a:pt x="1552" y="108"/>
                  </a:lnTo>
                  <a:lnTo>
                    <a:pt x="1563" y="111"/>
                  </a:lnTo>
                  <a:lnTo>
                    <a:pt x="1572" y="116"/>
                  </a:lnTo>
                  <a:lnTo>
                    <a:pt x="1581" y="120"/>
                  </a:lnTo>
                  <a:lnTo>
                    <a:pt x="1588" y="126"/>
                  </a:lnTo>
                  <a:lnTo>
                    <a:pt x="1596" y="131"/>
                  </a:lnTo>
                  <a:lnTo>
                    <a:pt x="1602" y="137"/>
                  </a:lnTo>
                  <a:lnTo>
                    <a:pt x="1609" y="142"/>
                  </a:lnTo>
                  <a:lnTo>
                    <a:pt x="1613" y="149"/>
                  </a:lnTo>
                  <a:lnTo>
                    <a:pt x="1617" y="155"/>
                  </a:lnTo>
                  <a:lnTo>
                    <a:pt x="1620" y="161"/>
                  </a:lnTo>
                  <a:lnTo>
                    <a:pt x="1623" y="167"/>
                  </a:lnTo>
                  <a:lnTo>
                    <a:pt x="1623" y="682"/>
                  </a:lnTo>
                  <a:lnTo>
                    <a:pt x="1620" y="690"/>
                  </a:lnTo>
                  <a:lnTo>
                    <a:pt x="1617" y="696"/>
                  </a:lnTo>
                  <a:lnTo>
                    <a:pt x="1613" y="703"/>
                  </a:lnTo>
                  <a:lnTo>
                    <a:pt x="1609" y="709"/>
                  </a:lnTo>
                  <a:lnTo>
                    <a:pt x="1602" y="715"/>
                  </a:lnTo>
                  <a:lnTo>
                    <a:pt x="1596" y="721"/>
                  </a:lnTo>
                  <a:lnTo>
                    <a:pt x="1588" y="727"/>
                  </a:lnTo>
                  <a:lnTo>
                    <a:pt x="1581" y="730"/>
                  </a:lnTo>
                  <a:lnTo>
                    <a:pt x="1572" y="736"/>
                  </a:lnTo>
                  <a:lnTo>
                    <a:pt x="1563" y="740"/>
                  </a:lnTo>
                  <a:lnTo>
                    <a:pt x="1552" y="743"/>
                  </a:lnTo>
                  <a:lnTo>
                    <a:pt x="1542" y="746"/>
                  </a:lnTo>
                  <a:lnTo>
                    <a:pt x="1530" y="749"/>
                  </a:lnTo>
                  <a:lnTo>
                    <a:pt x="1519" y="752"/>
                  </a:lnTo>
                  <a:lnTo>
                    <a:pt x="1507" y="754"/>
                  </a:lnTo>
                  <a:lnTo>
                    <a:pt x="1496" y="754"/>
                  </a:lnTo>
                  <a:lnTo>
                    <a:pt x="127" y="754"/>
                  </a:lnTo>
                  <a:lnTo>
                    <a:pt x="114" y="754"/>
                  </a:lnTo>
                  <a:lnTo>
                    <a:pt x="103" y="752"/>
                  </a:lnTo>
                  <a:lnTo>
                    <a:pt x="91" y="749"/>
                  </a:lnTo>
                  <a:lnTo>
                    <a:pt x="80" y="746"/>
                  </a:lnTo>
                  <a:lnTo>
                    <a:pt x="69" y="743"/>
                  </a:lnTo>
                  <a:lnTo>
                    <a:pt x="59" y="740"/>
                  </a:lnTo>
                  <a:lnTo>
                    <a:pt x="49" y="736"/>
                  </a:lnTo>
                  <a:lnTo>
                    <a:pt x="41" y="730"/>
                  </a:lnTo>
                  <a:lnTo>
                    <a:pt x="32" y="727"/>
                  </a:lnTo>
                  <a:lnTo>
                    <a:pt x="25" y="721"/>
                  </a:lnTo>
                  <a:lnTo>
                    <a:pt x="18" y="715"/>
                  </a:lnTo>
                  <a:lnTo>
                    <a:pt x="13" y="709"/>
                  </a:lnTo>
                  <a:lnTo>
                    <a:pt x="7" y="703"/>
                  </a:lnTo>
                  <a:lnTo>
                    <a:pt x="4" y="696"/>
                  </a:lnTo>
                  <a:lnTo>
                    <a:pt x="1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1" y="161"/>
                  </a:lnTo>
                  <a:lnTo>
                    <a:pt x="4" y="155"/>
                  </a:lnTo>
                  <a:lnTo>
                    <a:pt x="7" y="149"/>
                  </a:lnTo>
                  <a:lnTo>
                    <a:pt x="13" y="142"/>
                  </a:lnTo>
                  <a:lnTo>
                    <a:pt x="18" y="137"/>
                  </a:lnTo>
                  <a:lnTo>
                    <a:pt x="25" y="131"/>
                  </a:lnTo>
                  <a:lnTo>
                    <a:pt x="32" y="126"/>
                  </a:lnTo>
                  <a:lnTo>
                    <a:pt x="41" y="120"/>
                  </a:lnTo>
                  <a:lnTo>
                    <a:pt x="49" y="116"/>
                  </a:lnTo>
                  <a:lnTo>
                    <a:pt x="59" y="111"/>
                  </a:lnTo>
                  <a:lnTo>
                    <a:pt x="69" y="108"/>
                  </a:lnTo>
                  <a:lnTo>
                    <a:pt x="80" y="104"/>
                  </a:lnTo>
                  <a:lnTo>
                    <a:pt x="91" y="102"/>
                  </a:lnTo>
                  <a:lnTo>
                    <a:pt x="103" y="99"/>
                  </a:lnTo>
                  <a:lnTo>
                    <a:pt x="114" y="98"/>
                  </a:lnTo>
                  <a:lnTo>
                    <a:pt x="127" y="96"/>
                  </a:lnTo>
                  <a:lnTo>
                    <a:pt x="246" y="96"/>
                  </a:lnTo>
                  <a:lnTo>
                    <a:pt x="131" y="0"/>
                  </a:lnTo>
                  <a:lnTo>
                    <a:pt x="407" y="96"/>
                  </a:lnTo>
                  <a:lnTo>
                    <a:pt x="1496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39950" name="Text Box 246"/>
            <p:cNvSpPr txBox="1">
              <a:spLocks noChangeArrowheads="1"/>
            </p:cNvSpPr>
            <p:nvPr/>
          </p:nvSpPr>
          <p:spPr bwMode="auto">
            <a:xfrm>
              <a:off x="2523" y="2394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30C1C2C9-D6B0-D595-41B5-125C0266F3FD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2716862"/>
      </p:ext>
    </p:extLst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118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0964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26642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The root server </a:t>
            </a:r>
            <a:r>
              <a:rPr lang="en-US" altLang="zh-CN" sz="2400" i="1" dirty="0">
                <a:ea typeface="SimSun" panose="02010600030101010101" pitchFamily="2" charset="-122"/>
              </a:rPr>
              <a:t>m</a:t>
            </a:r>
            <a:r>
              <a:rPr lang="en-US" altLang="zh-CN" sz="2400" dirty="0">
                <a:ea typeface="SimSun" panose="02010600030101010101" pitchFamily="2" charset="-122"/>
              </a:rPr>
              <a:t> refers </a:t>
            </a:r>
            <a:r>
              <a:rPr lang="en-US" altLang="zh-CN" sz="2400" i="1" dirty="0" err="1">
                <a:ea typeface="SimSun" panose="02010600030101010101" pitchFamily="2" charset="-122"/>
              </a:rPr>
              <a:t>dakota</a:t>
            </a:r>
            <a:r>
              <a:rPr lang="en-US" altLang="zh-CN" sz="2400" dirty="0">
                <a:ea typeface="SimSun" panose="02010600030101010101" pitchFamily="2" charset="-122"/>
              </a:rPr>
              <a:t> to the </a:t>
            </a:r>
            <a:r>
              <a:rPr lang="en-US" altLang="zh-CN" sz="2400" i="1" dirty="0">
                <a:ea typeface="SimSun" panose="02010600030101010101" pitchFamily="2" charset="-122"/>
              </a:rPr>
              <a:t>com</a:t>
            </a:r>
            <a:r>
              <a:rPr lang="en-US" altLang="zh-CN" sz="2400" dirty="0">
                <a:ea typeface="SimSun" panose="02010600030101010101" pitchFamily="2" charset="-122"/>
              </a:rPr>
              <a:t> name servers</a:t>
            </a:r>
          </a:p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This type of response is called a “referral”</a:t>
            </a:r>
            <a:endParaRPr lang="en-US" altLang="zh-CN" dirty="0">
              <a:ea typeface="SimSun" panose="02010600030101010101" pitchFamily="2" charset="-122"/>
            </a:endParaRPr>
          </a:p>
        </p:txBody>
      </p:sp>
      <p:sp>
        <p:nvSpPr>
          <p:cNvPr id="40965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0966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7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1078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79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0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1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5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6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7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8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9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0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1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2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3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4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5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6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7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9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0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1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2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3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04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1161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2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3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4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5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6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7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8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9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0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1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2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3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4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5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6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7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8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9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80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05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6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7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8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9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0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1141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2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3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4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5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6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7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8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9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0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1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2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3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4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5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6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7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8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9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0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1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2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3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4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5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6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1121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2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3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4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5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6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7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8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9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0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1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2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3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4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5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6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7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8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9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0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7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8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20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8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9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0975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6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7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78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82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3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4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5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6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7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8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9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0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1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2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3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4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6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7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8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9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0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1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1058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9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0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1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2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3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4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5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6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7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8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9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0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1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2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3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4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5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6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7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2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3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4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5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6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7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1038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9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0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1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2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3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4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5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6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7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8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9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0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1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2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3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4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5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6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7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8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9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0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1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2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13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1018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19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0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1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2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3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4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5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6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7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8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9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0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1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2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3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4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5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6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7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14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5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7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70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7FC5691-F6A7-76A5-5877-56718A5CF92E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77355809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118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0964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26642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The root server </a:t>
            </a:r>
            <a:r>
              <a:rPr lang="en-US" altLang="zh-CN" sz="2400" i="1" dirty="0">
                <a:ea typeface="SimSun" panose="02010600030101010101" pitchFamily="2" charset="-122"/>
              </a:rPr>
              <a:t>m</a:t>
            </a:r>
            <a:r>
              <a:rPr lang="en-US" altLang="zh-CN" sz="2400" dirty="0">
                <a:ea typeface="SimSun" panose="02010600030101010101" pitchFamily="2" charset="-122"/>
              </a:rPr>
              <a:t> refers </a:t>
            </a:r>
            <a:r>
              <a:rPr lang="en-US" altLang="zh-CN" sz="2400" i="1" dirty="0" err="1">
                <a:ea typeface="SimSun" panose="02010600030101010101" pitchFamily="2" charset="-122"/>
              </a:rPr>
              <a:t>dakota</a:t>
            </a:r>
            <a:r>
              <a:rPr lang="en-US" altLang="zh-CN" sz="2400" dirty="0">
                <a:ea typeface="SimSun" panose="02010600030101010101" pitchFamily="2" charset="-122"/>
              </a:rPr>
              <a:t> to the </a:t>
            </a:r>
            <a:r>
              <a:rPr lang="en-US" altLang="zh-CN" sz="2400" i="1" dirty="0">
                <a:ea typeface="SimSun" panose="02010600030101010101" pitchFamily="2" charset="-122"/>
              </a:rPr>
              <a:t>com</a:t>
            </a:r>
            <a:r>
              <a:rPr lang="en-US" altLang="zh-CN" sz="2400" dirty="0">
                <a:ea typeface="SimSun" panose="02010600030101010101" pitchFamily="2" charset="-122"/>
              </a:rPr>
              <a:t> name servers</a:t>
            </a:r>
          </a:p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This type of response is called a “referral”</a:t>
            </a:r>
            <a:endParaRPr lang="en-US" altLang="zh-CN" dirty="0">
              <a:ea typeface="SimSun" panose="02010600030101010101" pitchFamily="2" charset="-122"/>
            </a:endParaRPr>
          </a:p>
        </p:txBody>
      </p:sp>
      <p:sp>
        <p:nvSpPr>
          <p:cNvPr id="40965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0966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7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1078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79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0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1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5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6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7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8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9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0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1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2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3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4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5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6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7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9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0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1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2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3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04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1161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2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3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4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5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6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7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8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9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0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1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2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3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4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5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6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7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8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9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80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05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6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7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8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9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0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1141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2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3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4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5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6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7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8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9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0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1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2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3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4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5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6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7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8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9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0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1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2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3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4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5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6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1121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2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3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4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5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6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7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8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9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0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1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2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3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4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5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6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7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8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9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0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7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8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20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8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9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0975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6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7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78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82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3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4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5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6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7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8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9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0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1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2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3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4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6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7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8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9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0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1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1058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9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0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1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2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3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4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5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6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7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8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9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0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1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2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3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4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5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6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7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2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3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4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5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6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7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1038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9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0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1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2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3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4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5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6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7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8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9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0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1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2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3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4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5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6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7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8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9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0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1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2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13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1018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19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0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1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2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3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4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5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6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7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8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9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0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1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2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3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4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5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6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7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14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5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7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70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1" name="Group 243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8305801" y="3581400"/>
            <a:ext cx="2149475" cy="1055688"/>
            <a:chOff x="4703" y="2059"/>
            <a:chExt cx="1623" cy="754"/>
          </a:xfrm>
        </p:grpSpPr>
        <p:sp>
          <p:nvSpPr>
            <p:cNvPr id="40973" name="Freeform 244"/>
            <p:cNvSpPr>
              <a:spLocks/>
            </p:cNvSpPr>
            <p:nvPr/>
          </p:nvSpPr>
          <p:spPr bwMode="auto">
            <a:xfrm>
              <a:off x="4703" y="2059"/>
              <a:ext cx="1623" cy="754"/>
            </a:xfrm>
            <a:custGeom>
              <a:avLst/>
              <a:gdLst>
                <a:gd name="T0" fmla="*/ 1507 w 1623"/>
                <a:gd name="T1" fmla="*/ 97 h 754"/>
                <a:gd name="T2" fmla="*/ 1530 w 1623"/>
                <a:gd name="T3" fmla="*/ 102 h 754"/>
                <a:gd name="T4" fmla="*/ 1552 w 1623"/>
                <a:gd name="T5" fmla="*/ 107 h 754"/>
                <a:gd name="T6" fmla="*/ 1571 w 1623"/>
                <a:gd name="T7" fmla="*/ 115 h 754"/>
                <a:gd name="T8" fmla="*/ 1588 w 1623"/>
                <a:gd name="T9" fmla="*/ 125 h 754"/>
                <a:gd name="T10" fmla="*/ 1602 w 1623"/>
                <a:gd name="T11" fmla="*/ 136 h 754"/>
                <a:gd name="T12" fmla="*/ 1613 w 1623"/>
                <a:gd name="T13" fmla="*/ 148 h 754"/>
                <a:gd name="T14" fmla="*/ 1619 w 1623"/>
                <a:gd name="T15" fmla="*/ 161 h 754"/>
                <a:gd name="T16" fmla="*/ 1622 w 1623"/>
                <a:gd name="T17" fmla="*/ 682 h 754"/>
                <a:gd name="T18" fmla="*/ 1616 w 1623"/>
                <a:gd name="T19" fmla="*/ 696 h 754"/>
                <a:gd name="T20" fmla="*/ 1609 w 1623"/>
                <a:gd name="T21" fmla="*/ 709 h 754"/>
                <a:gd name="T22" fmla="*/ 1596 w 1623"/>
                <a:gd name="T23" fmla="*/ 721 h 754"/>
                <a:gd name="T24" fmla="*/ 1581 w 1623"/>
                <a:gd name="T25" fmla="*/ 730 h 754"/>
                <a:gd name="T26" fmla="*/ 1562 w 1623"/>
                <a:gd name="T27" fmla="*/ 739 h 754"/>
                <a:gd name="T28" fmla="*/ 1542 w 1623"/>
                <a:gd name="T29" fmla="*/ 746 h 754"/>
                <a:gd name="T30" fmla="*/ 1519 w 1623"/>
                <a:gd name="T31" fmla="*/ 751 h 754"/>
                <a:gd name="T32" fmla="*/ 1496 w 1623"/>
                <a:gd name="T33" fmla="*/ 753 h 754"/>
                <a:gd name="T34" fmla="*/ 114 w 1623"/>
                <a:gd name="T35" fmla="*/ 753 h 754"/>
                <a:gd name="T36" fmla="*/ 90 w 1623"/>
                <a:gd name="T37" fmla="*/ 749 h 754"/>
                <a:gd name="T38" fmla="*/ 68 w 1623"/>
                <a:gd name="T39" fmla="*/ 743 h 754"/>
                <a:gd name="T40" fmla="*/ 48 w 1623"/>
                <a:gd name="T41" fmla="*/ 735 h 754"/>
                <a:gd name="T42" fmla="*/ 32 w 1623"/>
                <a:gd name="T43" fmla="*/ 726 h 754"/>
                <a:gd name="T44" fmla="*/ 18 w 1623"/>
                <a:gd name="T45" fmla="*/ 715 h 754"/>
                <a:gd name="T46" fmla="*/ 7 w 1623"/>
                <a:gd name="T47" fmla="*/ 703 h 754"/>
                <a:gd name="T48" fmla="*/ 1 w 1623"/>
                <a:gd name="T49" fmla="*/ 690 h 754"/>
                <a:gd name="T50" fmla="*/ 0 w 1623"/>
                <a:gd name="T51" fmla="*/ 167 h 754"/>
                <a:gd name="T52" fmla="*/ 4 w 1623"/>
                <a:gd name="T53" fmla="*/ 154 h 754"/>
                <a:gd name="T54" fmla="*/ 12 w 1623"/>
                <a:gd name="T55" fmla="*/ 141 h 754"/>
                <a:gd name="T56" fmla="*/ 24 w 1623"/>
                <a:gd name="T57" fmla="*/ 130 h 754"/>
                <a:gd name="T58" fmla="*/ 41 w 1623"/>
                <a:gd name="T59" fmla="*/ 119 h 754"/>
                <a:gd name="T60" fmla="*/ 59 w 1623"/>
                <a:gd name="T61" fmla="*/ 111 h 754"/>
                <a:gd name="T62" fmla="*/ 80 w 1623"/>
                <a:gd name="T63" fmla="*/ 103 h 754"/>
                <a:gd name="T64" fmla="*/ 102 w 1623"/>
                <a:gd name="T65" fmla="*/ 99 h 754"/>
                <a:gd name="T66" fmla="*/ 126 w 1623"/>
                <a:gd name="T67" fmla="*/ 96 h 754"/>
                <a:gd name="T68" fmla="*/ 131 w 1623"/>
                <a:gd name="T69" fmla="*/ 0 h 754"/>
                <a:gd name="T70" fmla="*/ 1496 w 1623"/>
                <a:gd name="T71" fmla="*/ 96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96"/>
                  </a:moveTo>
                  <a:lnTo>
                    <a:pt x="1507" y="97"/>
                  </a:lnTo>
                  <a:lnTo>
                    <a:pt x="1519" y="99"/>
                  </a:lnTo>
                  <a:lnTo>
                    <a:pt x="1530" y="102"/>
                  </a:lnTo>
                  <a:lnTo>
                    <a:pt x="1542" y="103"/>
                  </a:lnTo>
                  <a:lnTo>
                    <a:pt x="1552" y="107"/>
                  </a:lnTo>
                  <a:lnTo>
                    <a:pt x="1562" y="111"/>
                  </a:lnTo>
                  <a:lnTo>
                    <a:pt x="1571" y="115"/>
                  </a:lnTo>
                  <a:lnTo>
                    <a:pt x="1581" y="119"/>
                  </a:lnTo>
                  <a:lnTo>
                    <a:pt x="1588" y="125"/>
                  </a:lnTo>
                  <a:lnTo>
                    <a:pt x="1596" y="130"/>
                  </a:lnTo>
                  <a:lnTo>
                    <a:pt x="1602" y="136"/>
                  </a:lnTo>
                  <a:lnTo>
                    <a:pt x="1609" y="141"/>
                  </a:lnTo>
                  <a:lnTo>
                    <a:pt x="1613" y="148"/>
                  </a:lnTo>
                  <a:lnTo>
                    <a:pt x="1616" y="154"/>
                  </a:lnTo>
                  <a:lnTo>
                    <a:pt x="1619" y="161"/>
                  </a:lnTo>
                  <a:lnTo>
                    <a:pt x="1622" y="167"/>
                  </a:lnTo>
                  <a:lnTo>
                    <a:pt x="1622" y="682"/>
                  </a:lnTo>
                  <a:lnTo>
                    <a:pt x="1619" y="690"/>
                  </a:lnTo>
                  <a:lnTo>
                    <a:pt x="1616" y="696"/>
                  </a:lnTo>
                  <a:lnTo>
                    <a:pt x="1613" y="703"/>
                  </a:lnTo>
                  <a:lnTo>
                    <a:pt x="1609" y="709"/>
                  </a:lnTo>
                  <a:lnTo>
                    <a:pt x="1602" y="715"/>
                  </a:lnTo>
                  <a:lnTo>
                    <a:pt x="1596" y="721"/>
                  </a:lnTo>
                  <a:lnTo>
                    <a:pt x="1588" y="726"/>
                  </a:lnTo>
                  <a:lnTo>
                    <a:pt x="1581" y="730"/>
                  </a:lnTo>
                  <a:lnTo>
                    <a:pt x="1571" y="735"/>
                  </a:lnTo>
                  <a:lnTo>
                    <a:pt x="1562" y="739"/>
                  </a:lnTo>
                  <a:lnTo>
                    <a:pt x="1552" y="743"/>
                  </a:lnTo>
                  <a:lnTo>
                    <a:pt x="1542" y="746"/>
                  </a:lnTo>
                  <a:lnTo>
                    <a:pt x="1530" y="749"/>
                  </a:lnTo>
                  <a:lnTo>
                    <a:pt x="1519" y="751"/>
                  </a:lnTo>
                  <a:lnTo>
                    <a:pt x="1507" y="753"/>
                  </a:lnTo>
                  <a:lnTo>
                    <a:pt x="1496" y="753"/>
                  </a:lnTo>
                  <a:lnTo>
                    <a:pt x="126" y="753"/>
                  </a:lnTo>
                  <a:lnTo>
                    <a:pt x="114" y="753"/>
                  </a:lnTo>
                  <a:lnTo>
                    <a:pt x="102" y="751"/>
                  </a:lnTo>
                  <a:lnTo>
                    <a:pt x="90" y="749"/>
                  </a:lnTo>
                  <a:lnTo>
                    <a:pt x="80" y="746"/>
                  </a:lnTo>
                  <a:lnTo>
                    <a:pt x="68" y="743"/>
                  </a:lnTo>
                  <a:lnTo>
                    <a:pt x="59" y="739"/>
                  </a:lnTo>
                  <a:lnTo>
                    <a:pt x="48" y="735"/>
                  </a:lnTo>
                  <a:lnTo>
                    <a:pt x="41" y="730"/>
                  </a:lnTo>
                  <a:lnTo>
                    <a:pt x="32" y="726"/>
                  </a:lnTo>
                  <a:lnTo>
                    <a:pt x="24" y="721"/>
                  </a:lnTo>
                  <a:lnTo>
                    <a:pt x="18" y="715"/>
                  </a:lnTo>
                  <a:lnTo>
                    <a:pt x="12" y="709"/>
                  </a:lnTo>
                  <a:lnTo>
                    <a:pt x="7" y="703"/>
                  </a:lnTo>
                  <a:lnTo>
                    <a:pt x="4" y="696"/>
                  </a:lnTo>
                  <a:lnTo>
                    <a:pt x="1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1" y="161"/>
                  </a:lnTo>
                  <a:lnTo>
                    <a:pt x="4" y="154"/>
                  </a:lnTo>
                  <a:lnTo>
                    <a:pt x="7" y="148"/>
                  </a:lnTo>
                  <a:lnTo>
                    <a:pt x="12" y="141"/>
                  </a:lnTo>
                  <a:lnTo>
                    <a:pt x="18" y="136"/>
                  </a:lnTo>
                  <a:lnTo>
                    <a:pt x="24" y="130"/>
                  </a:lnTo>
                  <a:lnTo>
                    <a:pt x="32" y="125"/>
                  </a:lnTo>
                  <a:lnTo>
                    <a:pt x="41" y="119"/>
                  </a:lnTo>
                  <a:lnTo>
                    <a:pt x="48" y="115"/>
                  </a:lnTo>
                  <a:lnTo>
                    <a:pt x="59" y="111"/>
                  </a:lnTo>
                  <a:lnTo>
                    <a:pt x="68" y="107"/>
                  </a:lnTo>
                  <a:lnTo>
                    <a:pt x="80" y="103"/>
                  </a:lnTo>
                  <a:lnTo>
                    <a:pt x="90" y="102"/>
                  </a:lnTo>
                  <a:lnTo>
                    <a:pt x="102" y="99"/>
                  </a:lnTo>
                  <a:lnTo>
                    <a:pt x="114" y="97"/>
                  </a:lnTo>
                  <a:lnTo>
                    <a:pt x="126" y="96"/>
                  </a:lnTo>
                  <a:lnTo>
                    <a:pt x="245" y="96"/>
                  </a:lnTo>
                  <a:lnTo>
                    <a:pt x="131" y="0"/>
                  </a:lnTo>
                  <a:lnTo>
                    <a:pt x="407" y="96"/>
                  </a:lnTo>
                  <a:lnTo>
                    <a:pt x="1496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0974" name="Text Box 245"/>
            <p:cNvSpPr txBox="1">
              <a:spLocks noChangeArrowheads="1"/>
            </p:cNvSpPr>
            <p:nvPr/>
          </p:nvSpPr>
          <p:spPr bwMode="auto">
            <a:xfrm>
              <a:off x="4873" y="2209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a list of the com name servers.  Ask one of them</a:t>
              </a:r>
              <a:r>
                <a:rPr lang="en-US" altLang="zh-CN" sz="1600" i="1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.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97FC5691-F6A7-76A5-5877-56718A5CF92E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08033621"/>
      </p:ext>
    </p:extLst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118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8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9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9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0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0964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26642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The root server </a:t>
            </a:r>
            <a:r>
              <a:rPr lang="en-US" altLang="zh-CN" sz="2400" i="1" dirty="0">
                <a:ea typeface="SimSun" panose="02010600030101010101" pitchFamily="2" charset="-122"/>
              </a:rPr>
              <a:t>m</a:t>
            </a:r>
            <a:r>
              <a:rPr lang="en-US" altLang="zh-CN" sz="2400" dirty="0">
                <a:ea typeface="SimSun" panose="02010600030101010101" pitchFamily="2" charset="-122"/>
              </a:rPr>
              <a:t> refers </a:t>
            </a:r>
            <a:r>
              <a:rPr lang="en-US" altLang="zh-CN" sz="2400" i="1" dirty="0" err="1">
                <a:ea typeface="SimSun" panose="02010600030101010101" pitchFamily="2" charset="-122"/>
              </a:rPr>
              <a:t>dakota</a:t>
            </a:r>
            <a:r>
              <a:rPr lang="en-US" altLang="zh-CN" sz="2400" dirty="0">
                <a:ea typeface="SimSun" panose="02010600030101010101" pitchFamily="2" charset="-122"/>
              </a:rPr>
              <a:t> to the </a:t>
            </a:r>
            <a:r>
              <a:rPr lang="en-US" altLang="zh-CN" sz="2400" i="1" dirty="0">
                <a:ea typeface="SimSun" panose="02010600030101010101" pitchFamily="2" charset="-122"/>
              </a:rPr>
              <a:t>com</a:t>
            </a:r>
            <a:r>
              <a:rPr lang="en-US" altLang="zh-CN" sz="2400" dirty="0">
                <a:ea typeface="SimSun" panose="02010600030101010101" pitchFamily="2" charset="-122"/>
              </a:rPr>
              <a:t> name servers</a:t>
            </a:r>
          </a:p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This type of response is called a “referral”</a:t>
            </a:r>
            <a:endParaRPr lang="en-US" altLang="zh-CN" dirty="0">
              <a:ea typeface="SimSun" panose="02010600030101010101" pitchFamily="2" charset="-122"/>
            </a:endParaRPr>
          </a:p>
        </p:txBody>
      </p:sp>
      <p:sp>
        <p:nvSpPr>
          <p:cNvPr id="40965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0966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7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1078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79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0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1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85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6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7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8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89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0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1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2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3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4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5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6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7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99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0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1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2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3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04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1161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2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3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4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5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6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7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8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9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0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1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2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3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4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5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6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7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8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79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80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05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6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7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8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09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0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1141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2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3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4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5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6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7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8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9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0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1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2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3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4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5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6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7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8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59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60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1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2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3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4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5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116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1121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2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3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4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5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6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7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8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29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0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1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2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3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4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5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6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7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8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39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140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117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18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20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68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0969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0975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6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77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78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82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3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4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5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6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7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8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89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0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1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2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3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4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6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7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8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99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0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1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1058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9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0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1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2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3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4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5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6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7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8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69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0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1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2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3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4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5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6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77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2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3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4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5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6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07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1038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9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0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1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2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3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4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5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6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7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8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49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0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1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2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3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4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5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6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57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08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09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0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1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2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1013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1018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19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0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1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2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3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4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5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6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7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8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29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0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1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2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3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4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5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6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037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1014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5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17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0970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1" name="Group 243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8305801" y="3581400"/>
            <a:ext cx="2149475" cy="1055688"/>
            <a:chOff x="4703" y="2059"/>
            <a:chExt cx="1623" cy="754"/>
          </a:xfrm>
        </p:grpSpPr>
        <p:sp>
          <p:nvSpPr>
            <p:cNvPr id="40973" name="Freeform 244"/>
            <p:cNvSpPr>
              <a:spLocks/>
            </p:cNvSpPr>
            <p:nvPr/>
          </p:nvSpPr>
          <p:spPr bwMode="auto">
            <a:xfrm>
              <a:off x="4703" y="2059"/>
              <a:ext cx="1623" cy="754"/>
            </a:xfrm>
            <a:custGeom>
              <a:avLst/>
              <a:gdLst>
                <a:gd name="T0" fmla="*/ 1507 w 1623"/>
                <a:gd name="T1" fmla="*/ 97 h 754"/>
                <a:gd name="T2" fmla="*/ 1530 w 1623"/>
                <a:gd name="T3" fmla="*/ 102 h 754"/>
                <a:gd name="T4" fmla="*/ 1552 w 1623"/>
                <a:gd name="T5" fmla="*/ 107 h 754"/>
                <a:gd name="T6" fmla="*/ 1571 w 1623"/>
                <a:gd name="T7" fmla="*/ 115 h 754"/>
                <a:gd name="T8" fmla="*/ 1588 w 1623"/>
                <a:gd name="T9" fmla="*/ 125 h 754"/>
                <a:gd name="T10" fmla="*/ 1602 w 1623"/>
                <a:gd name="T11" fmla="*/ 136 h 754"/>
                <a:gd name="T12" fmla="*/ 1613 w 1623"/>
                <a:gd name="T13" fmla="*/ 148 h 754"/>
                <a:gd name="T14" fmla="*/ 1619 w 1623"/>
                <a:gd name="T15" fmla="*/ 161 h 754"/>
                <a:gd name="T16" fmla="*/ 1622 w 1623"/>
                <a:gd name="T17" fmla="*/ 682 h 754"/>
                <a:gd name="T18" fmla="*/ 1616 w 1623"/>
                <a:gd name="T19" fmla="*/ 696 h 754"/>
                <a:gd name="T20" fmla="*/ 1609 w 1623"/>
                <a:gd name="T21" fmla="*/ 709 h 754"/>
                <a:gd name="T22" fmla="*/ 1596 w 1623"/>
                <a:gd name="T23" fmla="*/ 721 h 754"/>
                <a:gd name="T24" fmla="*/ 1581 w 1623"/>
                <a:gd name="T25" fmla="*/ 730 h 754"/>
                <a:gd name="T26" fmla="*/ 1562 w 1623"/>
                <a:gd name="T27" fmla="*/ 739 h 754"/>
                <a:gd name="T28" fmla="*/ 1542 w 1623"/>
                <a:gd name="T29" fmla="*/ 746 h 754"/>
                <a:gd name="T30" fmla="*/ 1519 w 1623"/>
                <a:gd name="T31" fmla="*/ 751 h 754"/>
                <a:gd name="T32" fmla="*/ 1496 w 1623"/>
                <a:gd name="T33" fmla="*/ 753 h 754"/>
                <a:gd name="T34" fmla="*/ 114 w 1623"/>
                <a:gd name="T35" fmla="*/ 753 h 754"/>
                <a:gd name="T36" fmla="*/ 90 w 1623"/>
                <a:gd name="T37" fmla="*/ 749 h 754"/>
                <a:gd name="T38" fmla="*/ 68 w 1623"/>
                <a:gd name="T39" fmla="*/ 743 h 754"/>
                <a:gd name="T40" fmla="*/ 48 w 1623"/>
                <a:gd name="T41" fmla="*/ 735 h 754"/>
                <a:gd name="T42" fmla="*/ 32 w 1623"/>
                <a:gd name="T43" fmla="*/ 726 h 754"/>
                <a:gd name="T44" fmla="*/ 18 w 1623"/>
                <a:gd name="T45" fmla="*/ 715 h 754"/>
                <a:gd name="T46" fmla="*/ 7 w 1623"/>
                <a:gd name="T47" fmla="*/ 703 h 754"/>
                <a:gd name="T48" fmla="*/ 1 w 1623"/>
                <a:gd name="T49" fmla="*/ 690 h 754"/>
                <a:gd name="T50" fmla="*/ 0 w 1623"/>
                <a:gd name="T51" fmla="*/ 167 h 754"/>
                <a:gd name="T52" fmla="*/ 4 w 1623"/>
                <a:gd name="T53" fmla="*/ 154 h 754"/>
                <a:gd name="T54" fmla="*/ 12 w 1623"/>
                <a:gd name="T55" fmla="*/ 141 h 754"/>
                <a:gd name="T56" fmla="*/ 24 w 1623"/>
                <a:gd name="T57" fmla="*/ 130 h 754"/>
                <a:gd name="T58" fmla="*/ 41 w 1623"/>
                <a:gd name="T59" fmla="*/ 119 h 754"/>
                <a:gd name="T60" fmla="*/ 59 w 1623"/>
                <a:gd name="T61" fmla="*/ 111 h 754"/>
                <a:gd name="T62" fmla="*/ 80 w 1623"/>
                <a:gd name="T63" fmla="*/ 103 h 754"/>
                <a:gd name="T64" fmla="*/ 102 w 1623"/>
                <a:gd name="T65" fmla="*/ 99 h 754"/>
                <a:gd name="T66" fmla="*/ 126 w 1623"/>
                <a:gd name="T67" fmla="*/ 96 h 754"/>
                <a:gd name="T68" fmla="*/ 131 w 1623"/>
                <a:gd name="T69" fmla="*/ 0 h 754"/>
                <a:gd name="T70" fmla="*/ 1496 w 1623"/>
                <a:gd name="T71" fmla="*/ 96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96"/>
                  </a:moveTo>
                  <a:lnTo>
                    <a:pt x="1507" y="97"/>
                  </a:lnTo>
                  <a:lnTo>
                    <a:pt x="1519" y="99"/>
                  </a:lnTo>
                  <a:lnTo>
                    <a:pt x="1530" y="102"/>
                  </a:lnTo>
                  <a:lnTo>
                    <a:pt x="1542" y="103"/>
                  </a:lnTo>
                  <a:lnTo>
                    <a:pt x="1552" y="107"/>
                  </a:lnTo>
                  <a:lnTo>
                    <a:pt x="1562" y="111"/>
                  </a:lnTo>
                  <a:lnTo>
                    <a:pt x="1571" y="115"/>
                  </a:lnTo>
                  <a:lnTo>
                    <a:pt x="1581" y="119"/>
                  </a:lnTo>
                  <a:lnTo>
                    <a:pt x="1588" y="125"/>
                  </a:lnTo>
                  <a:lnTo>
                    <a:pt x="1596" y="130"/>
                  </a:lnTo>
                  <a:lnTo>
                    <a:pt x="1602" y="136"/>
                  </a:lnTo>
                  <a:lnTo>
                    <a:pt x="1609" y="141"/>
                  </a:lnTo>
                  <a:lnTo>
                    <a:pt x="1613" y="148"/>
                  </a:lnTo>
                  <a:lnTo>
                    <a:pt x="1616" y="154"/>
                  </a:lnTo>
                  <a:lnTo>
                    <a:pt x="1619" y="161"/>
                  </a:lnTo>
                  <a:lnTo>
                    <a:pt x="1622" y="167"/>
                  </a:lnTo>
                  <a:lnTo>
                    <a:pt x="1622" y="682"/>
                  </a:lnTo>
                  <a:lnTo>
                    <a:pt x="1619" y="690"/>
                  </a:lnTo>
                  <a:lnTo>
                    <a:pt x="1616" y="696"/>
                  </a:lnTo>
                  <a:lnTo>
                    <a:pt x="1613" y="703"/>
                  </a:lnTo>
                  <a:lnTo>
                    <a:pt x="1609" y="709"/>
                  </a:lnTo>
                  <a:lnTo>
                    <a:pt x="1602" y="715"/>
                  </a:lnTo>
                  <a:lnTo>
                    <a:pt x="1596" y="721"/>
                  </a:lnTo>
                  <a:lnTo>
                    <a:pt x="1588" y="726"/>
                  </a:lnTo>
                  <a:lnTo>
                    <a:pt x="1581" y="730"/>
                  </a:lnTo>
                  <a:lnTo>
                    <a:pt x="1571" y="735"/>
                  </a:lnTo>
                  <a:lnTo>
                    <a:pt x="1562" y="739"/>
                  </a:lnTo>
                  <a:lnTo>
                    <a:pt x="1552" y="743"/>
                  </a:lnTo>
                  <a:lnTo>
                    <a:pt x="1542" y="746"/>
                  </a:lnTo>
                  <a:lnTo>
                    <a:pt x="1530" y="749"/>
                  </a:lnTo>
                  <a:lnTo>
                    <a:pt x="1519" y="751"/>
                  </a:lnTo>
                  <a:lnTo>
                    <a:pt x="1507" y="753"/>
                  </a:lnTo>
                  <a:lnTo>
                    <a:pt x="1496" y="753"/>
                  </a:lnTo>
                  <a:lnTo>
                    <a:pt x="126" y="753"/>
                  </a:lnTo>
                  <a:lnTo>
                    <a:pt x="114" y="753"/>
                  </a:lnTo>
                  <a:lnTo>
                    <a:pt x="102" y="751"/>
                  </a:lnTo>
                  <a:lnTo>
                    <a:pt x="90" y="749"/>
                  </a:lnTo>
                  <a:lnTo>
                    <a:pt x="80" y="746"/>
                  </a:lnTo>
                  <a:lnTo>
                    <a:pt x="68" y="743"/>
                  </a:lnTo>
                  <a:lnTo>
                    <a:pt x="59" y="739"/>
                  </a:lnTo>
                  <a:lnTo>
                    <a:pt x="48" y="735"/>
                  </a:lnTo>
                  <a:lnTo>
                    <a:pt x="41" y="730"/>
                  </a:lnTo>
                  <a:lnTo>
                    <a:pt x="32" y="726"/>
                  </a:lnTo>
                  <a:lnTo>
                    <a:pt x="24" y="721"/>
                  </a:lnTo>
                  <a:lnTo>
                    <a:pt x="18" y="715"/>
                  </a:lnTo>
                  <a:lnTo>
                    <a:pt x="12" y="709"/>
                  </a:lnTo>
                  <a:lnTo>
                    <a:pt x="7" y="703"/>
                  </a:lnTo>
                  <a:lnTo>
                    <a:pt x="4" y="696"/>
                  </a:lnTo>
                  <a:lnTo>
                    <a:pt x="1" y="690"/>
                  </a:lnTo>
                  <a:lnTo>
                    <a:pt x="0" y="682"/>
                  </a:lnTo>
                  <a:lnTo>
                    <a:pt x="0" y="167"/>
                  </a:lnTo>
                  <a:lnTo>
                    <a:pt x="1" y="161"/>
                  </a:lnTo>
                  <a:lnTo>
                    <a:pt x="4" y="154"/>
                  </a:lnTo>
                  <a:lnTo>
                    <a:pt x="7" y="148"/>
                  </a:lnTo>
                  <a:lnTo>
                    <a:pt x="12" y="141"/>
                  </a:lnTo>
                  <a:lnTo>
                    <a:pt x="18" y="136"/>
                  </a:lnTo>
                  <a:lnTo>
                    <a:pt x="24" y="130"/>
                  </a:lnTo>
                  <a:lnTo>
                    <a:pt x="32" y="125"/>
                  </a:lnTo>
                  <a:lnTo>
                    <a:pt x="41" y="119"/>
                  </a:lnTo>
                  <a:lnTo>
                    <a:pt x="48" y="115"/>
                  </a:lnTo>
                  <a:lnTo>
                    <a:pt x="59" y="111"/>
                  </a:lnTo>
                  <a:lnTo>
                    <a:pt x="68" y="107"/>
                  </a:lnTo>
                  <a:lnTo>
                    <a:pt x="80" y="103"/>
                  </a:lnTo>
                  <a:lnTo>
                    <a:pt x="90" y="102"/>
                  </a:lnTo>
                  <a:lnTo>
                    <a:pt x="102" y="99"/>
                  </a:lnTo>
                  <a:lnTo>
                    <a:pt x="114" y="97"/>
                  </a:lnTo>
                  <a:lnTo>
                    <a:pt x="126" y="96"/>
                  </a:lnTo>
                  <a:lnTo>
                    <a:pt x="245" y="96"/>
                  </a:lnTo>
                  <a:lnTo>
                    <a:pt x="131" y="0"/>
                  </a:lnTo>
                  <a:lnTo>
                    <a:pt x="407" y="96"/>
                  </a:lnTo>
                  <a:lnTo>
                    <a:pt x="1496" y="96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0974" name="Text Box 245"/>
            <p:cNvSpPr txBox="1">
              <a:spLocks noChangeArrowheads="1"/>
            </p:cNvSpPr>
            <p:nvPr/>
          </p:nvSpPr>
          <p:spPr bwMode="auto">
            <a:xfrm>
              <a:off x="4873" y="2209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a list of the com name servers.  Ask one of them</a:t>
              </a:r>
              <a:r>
                <a:rPr lang="en-US" altLang="zh-CN" sz="1600" i="1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.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63734" name="Line 246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 flipV="1">
            <a:off x="4933950" y="2589214"/>
            <a:ext cx="2452688" cy="306387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7FC5691-F6A7-76A5-5877-56718A5CF92E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14606378"/>
      </p:ext>
    </p:extLst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2310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1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7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8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9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0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1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2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3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4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5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3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4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5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1988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asks a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server,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,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1989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1990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1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2207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8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9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0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4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5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6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7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8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9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0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1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2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3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4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5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6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8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9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0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1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2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3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2290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1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2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3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4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5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6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7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8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9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0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1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2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3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4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5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6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7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8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9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34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5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6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7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8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9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2270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1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2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3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4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5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6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7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8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9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0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1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2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3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4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5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6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7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8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9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0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1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2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3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4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45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2250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1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2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3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4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5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6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7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8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9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0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1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2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3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4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5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6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7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8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9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6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7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9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2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3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2104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5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6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07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11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2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3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4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5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6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7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8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9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0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1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2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3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5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6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7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8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9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0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2187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8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9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0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1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2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3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4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5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6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7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8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9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0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1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2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3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4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5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6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1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2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3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4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5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6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2167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8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9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0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1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2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3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4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5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6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7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8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9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0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1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2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3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4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5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6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7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8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9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0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1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42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2147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8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9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0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1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2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3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4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5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6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7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8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9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0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1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2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3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4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5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6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43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4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6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4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7" name="Group 247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1999" name="AutoShape 248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0" name="AutoShape 249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1" name="Line 250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2" name="Freeform 251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52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53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Line 254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6" name="AutoShape 255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7" name="AutoShape 256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8" name="AutoShape 257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9" name="AutoShape 258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0" name="AutoShape 259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1" name="AutoShape 260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2" name="AutoShape 261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3" name="AutoShape 262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4" name="AutoShape 263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5" name="AutoShape 264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6" name="Oval 265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7" name="Oval 266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8" name="Freeform 267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AutoShape 268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0" name="AutoShape 269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1" name="AutoShape 270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2" name="AutoShape 271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3" name="AutoShape 272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4" name="AutoShape 273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25" name="Group 274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2082" name="Line 275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3" name="Line 276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4" name="Line 277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5" name="Line 278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6" name="Line 279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7" name="Line 280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8" name="Line 281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9" name="Line 282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0" name="Line 283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1" name="Line 284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2" name="Line 285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3" name="Line 286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4" name="Line 287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5" name="Line 288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6" name="Line 289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7" name="Line 290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8" name="Line 291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9" name="Line 292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0" name="Line 293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1" name="Line 294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26" name="AutoShape 295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7" name="AutoShape 296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8" name="AutoShape 297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9" name="AutoShape 298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0" name="AutoShape 299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1" name="Group 300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2062" name="Line 301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3" name="Line 302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4" name="Line 303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5" name="Line 304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6" name="Line 305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7" name="Line 306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8" name="Line 307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9" name="Line 308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0" name="Line 309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1" name="Line 310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2" name="Line 311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3" name="Line 312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4" name="Line 313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5" name="Line 314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6" name="Line 315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7" name="Line 316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8" name="Line 317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9" name="Line 318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0" name="Line 319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1" name="Line 320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2" name="AutoShape 321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3" name="AutoShape 322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4" name="AutoShape 323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5" name="AutoShape 324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6" name="AutoShape 325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7" name="Group 326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2042" name="Line 327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3" name="Line 328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4" name="Line 329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5" name="Line 330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6" name="Line 331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7" name="Line 332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8" name="Line 333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9" name="Line 334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0" name="Line 335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1" name="Line 336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2" name="Line 337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3" name="Line 338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4" name="Line 339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5" name="Line 340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6" name="Line 341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7" name="Line 342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8" name="Line 343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9" name="Line 344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0" name="Line 345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1" name="Line 346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8" name="AutoShape 347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9" name="Freeform 348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AutoShape 349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41" name="Freeform 350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8" name="Text Box 351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6981296-A053-9245-ECC5-B842A6058BDE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74370101"/>
      </p:ext>
    </p:extLst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2310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1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7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8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9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0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1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2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3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4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5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3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4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5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1988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asks a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server,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,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1989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1990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1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2207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8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9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0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4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5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6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7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8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9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0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1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2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3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4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5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6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8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9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0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1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2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3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2290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1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2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3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4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5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6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7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8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9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0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1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2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3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4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5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6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7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8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9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34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5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6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7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8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9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2270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1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2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3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4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5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6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7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8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9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0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1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2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3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4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5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6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7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8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9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0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1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2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3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4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45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2250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1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2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3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4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5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6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7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8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9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0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1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2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3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4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5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6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7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8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9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6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7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9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2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3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2104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5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6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07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11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2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3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4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5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6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7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8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9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0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1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2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3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5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6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7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8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9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0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2187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8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9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0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1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2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3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4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5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6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7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8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9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0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1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2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3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4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5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6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1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2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3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4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5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6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2167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8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9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0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1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2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3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4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5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6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7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8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9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0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1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2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3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4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5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6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7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8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9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0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1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42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2147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8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9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0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1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2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3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4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5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6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7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8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9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0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1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2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3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4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5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6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43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4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6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4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1" name="Group 244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4930775" y="2420939"/>
            <a:ext cx="2343150" cy="1055687"/>
            <a:chOff x="2310" y="1639"/>
            <a:chExt cx="1623" cy="754"/>
          </a:xfrm>
        </p:grpSpPr>
        <p:sp>
          <p:nvSpPr>
            <p:cNvPr id="42102" name="Freeform 245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2103" name="Text Box 246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grpSp>
        <p:nvGrpSpPr>
          <p:cNvPr id="41997" name="Group 2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1999" name="AutoShape 248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0" name="AutoShape 249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1" name="Line 250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2" name="Freeform 251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52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53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Line 254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6" name="AutoShape 255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7" name="AutoShape 256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8" name="AutoShape 257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9" name="AutoShape 258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0" name="AutoShape 259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1" name="AutoShape 260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2" name="AutoShape 261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3" name="AutoShape 262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4" name="AutoShape 263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5" name="AutoShape 264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6" name="Oval 265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7" name="Oval 266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8" name="Freeform 267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AutoShape 268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0" name="AutoShape 269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1" name="AutoShape 270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2" name="AutoShape 271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3" name="AutoShape 272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4" name="AutoShape 273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25" name="Group 274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2082" name="Line 275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3" name="Line 276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4" name="Line 277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5" name="Line 278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6" name="Line 279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7" name="Line 280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8" name="Line 281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9" name="Line 282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0" name="Line 283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1" name="Line 284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2" name="Line 285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3" name="Line 286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4" name="Line 287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5" name="Line 288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6" name="Line 289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7" name="Line 290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8" name="Line 291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9" name="Line 292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0" name="Line 293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1" name="Line 294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26" name="AutoShape 295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7" name="AutoShape 296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8" name="AutoShape 297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9" name="AutoShape 298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0" name="AutoShape 299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1" name="Group 300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2062" name="Line 301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3" name="Line 302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4" name="Line 303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5" name="Line 304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6" name="Line 305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7" name="Line 306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8" name="Line 307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9" name="Line 308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0" name="Line 309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1" name="Line 310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2" name="Line 311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3" name="Line 312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4" name="Line 313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5" name="Line 314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6" name="Line 315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7" name="Line 316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8" name="Line 317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9" name="Line 318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0" name="Line 319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1" name="Line 320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2" name="AutoShape 321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3" name="AutoShape 322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4" name="AutoShape 323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5" name="AutoShape 324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6" name="AutoShape 325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7" name="Group 326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2042" name="Line 327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3" name="Line 328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4" name="Line 329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5" name="Line 330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6" name="Line 331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7" name="Line 332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8" name="Line 333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9" name="Line 334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0" name="Line 335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1" name="Line 336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2" name="Line 337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3" name="Line 338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4" name="Line 339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5" name="Line 340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6" name="Line 341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7" name="Line 342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8" name="Line 343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9" name="Line 344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0" name="Line 345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1" name="Line 346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8" name="AutoShape 347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9" name="Freeform 348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AutoShape 349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41" name="Freeform 350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8" name="Text Box 3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6981296-A053-9245-ECC5-B842A6058BDE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49120545"/>
      </p:ext>
    </p:extLst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2310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1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7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8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19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0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1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2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3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24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25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3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4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35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1988" name="Rectangle 30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asks a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server,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, for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1989" name="Text Box 3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1990" name="Text Box 32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1" name="Group 33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2207" name="AutoShape 34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8" name="AutoShape 35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09" name="Line 36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0" name="Freeform 37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38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39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Line 40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14" name="AutoShape 41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5" name="AutoShape 42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6" name="AutoShape 43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7" name="AutoShape 44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8" name="AutoShape 45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19" name="AutoShape 46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0" name="AutoShape 47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1" name="AutoShape 48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2" name="AutoShape 49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3" name="AutoShape 50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4" name="Oval 51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5" name="Oval 52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6" name="Freeform 53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AutoShape 54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8" name="AutoShape 55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29" name="AutoShape 56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0" name="AutoShape 57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1" name="AutoShape 58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2" name="AutoShape 59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3" name="Group 60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2290" name="Line 61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1" name="Line 62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2" name="Line 63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3" name="Line 64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4" name="Line 65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5" name="Line 66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6" name="Line 67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7" name="Line 68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8" name="Line 69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9" name="Line 70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0" name="Line 71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1" name="Line 72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2" name="Line 73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3" name="Line 74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4" name="Line 75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5" name="Line 76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6" name="Line 77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7" name="Line 78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8" name="Line 79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309" name="Line 80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34" name="AutoShape 81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5" name="AutoShape 82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6" name="AutoShape 83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7" name="AutoShape 84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38" name="AutoShape 85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39" name="Group 86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2270" name="Line 87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1" name="Line 88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2" name="Line 89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3" name="Line 90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4" name="Line 91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5" name="Line 92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6" name="Line 93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7" name="Line 94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8" name="Line 95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79" name="Line 96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0" name="Line 97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1" name="Line 98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2" name="Line 99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3" name="Line 100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4" name="Line 101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5" name="Line 102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6" name="Line 103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7" name="Line 104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8" name="Line 105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89" name="Line 106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0" name="AutoShape 107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1" name="AutoShape 108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2" name="AutoShape 109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3" name="AutoShape 110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4" name="AutoShape 111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245" name="Group 112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2250" name="Line 113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1" name="Line 114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2" name="Line 115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3" name="Line 116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4" name="Line 117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5" name="Line 118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6" name="Line 119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7" name="Line 120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8" name="Line 121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59" name="Line 122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0" name="Line 123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1" name="Line 124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2" name="Line 125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3" name="Line 126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4" name="Line 127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5" name="Line 128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6" name="Line 129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7" name="Line 130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8" name="Line 131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69" name="Line 132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246" name="AutoShape 133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7" name="Freeform 134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AutoShape 135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49" name="Freeform 136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2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1993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2104" name="AutoShape 139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5" name="AutoShape 140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06" name="Line 141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07" name="Freeform 142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43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44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Line 145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11" name="AutoShape 146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2" name="AutoShape 147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3" name="AutoShape 148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4" name="AutoShape 149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5" name="AutoShape 150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6" name="AutoShape 15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7" name="AutoShape 152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8" name="AutoShape 153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19" name="AutoShape 154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0" name="AutoShape 155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1" name="Oval 156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2" name="Oval 157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3" name="Freeform 158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AutoShape 159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5" name="AutoShape 160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6" name="AutoShape 161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7" name="AutoShape 162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8" name="AutoShape 163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29" name="AutoShape 164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0" name="Group 165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2187" name="Line 166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8" name="Line 167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9" name="Line 168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0" name="Line 169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1" name="Line 170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2" name="Line 171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3" name="Line 172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4" name="Line 173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5" name="Line 174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6" name="Line 175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7" name="Line 176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8" name="Line 177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99" name="Line 178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0" name="Line 179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1" name="Line 180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2" name="Line 181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3" name="Line 182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4" name="Line 183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5" name="Line 184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06" name="Line 185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1" name="AutoShape 186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2" name="AutoShape 187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3" name="AutoShape 188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4" name="AutoShape 189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5" name="AutoShape 190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36" name="Group 191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2167" name="Line 192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8" name="Line 193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9" name="Line 194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0" name="Line 195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1" name="Line 196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2" name="Line 197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3" name="Line 198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4" name="Line 199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5" name="Line 200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6" name="Line 201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7" name="Line 202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8" name="Line 203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79" name="Line 204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0" name="Line 205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1" name="Line 206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2" name="Line 207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3" name="Line 208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4" name="Line 209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5" name="Line 210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86" name="Line 211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37" name="AutoShape 212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8" name="AutoShape 213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39" name="AutoShape 214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0" name="AutoShape 215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1" name="AutoShape 216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142" name="Group 217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2147" name="Line 218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8" name="Line 219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49" name="Line 220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0" name="Line 221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1" name="Line 222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2" name="Line 223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3" name="Line 224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4" name="Line 225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5" name="Line 226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6" name="Line 227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7" name="Line 228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8" name="Line 229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59" name="Line 230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0" name="Line 231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1" name="Line 232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2" name="Line 233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3" name="Line 234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4" name="Line 235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5" name="Line 236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66" name="Line 237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143" name="AutoShape 238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4" name="Freeform 239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AutoShape 240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46" name="Freeform 241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4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64755" name="Line 243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>
            <a:off x="4846639" y="3422650"/>
            <a:ext cx="2744787" cy="9017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1" name="Group 244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930775" y="2420939"/>
            <a:ext cx="2343150" cy="1055687"/>
            <a:chOff x="2310" y="1639"/>
            <a:chExt cx="1623" cy="754"/>
          </a:xfrm>
        </p:grpSpPr>
        <p:sp>
          <p:nvSpPr>
            <p:cNvPr id="42102" name="Freeform 245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2103" name="Text Box 246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grpSp>
        <p:nvGrpSpPr>
          <p:cNvPr id="41997" name="Group 247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1999" name="AutoShape 248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0" name="AutoShape 249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1" name="Line 250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2" name="Freeform 251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52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53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Line 254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06" name="AutoShape 255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7" name="AutoShape 256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8" name="AutoShape 257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09" name="AutoShape 258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0" name="AutoShape 259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1" name="AutoShape 260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2" name="AutoShape 261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3" name="AutoShape 262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4" name="AutoShape 263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5" name="AutoShape 264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6" name="Oval 265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7" name="Oval 266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18" name="Freeform 267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AutoShape 268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0" name="AutoShape 269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1" name="AutoShape 270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2" name="AutoShape 271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3" name="AutoShape 272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4" name="AutoShape 273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25" name="Group 274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2082" name="Line 275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3" name="Line 276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4" name="Line 277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5" name="Line 278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6" name="Line 279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7" name="Line 280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8" name="Line 281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9" name="Line 282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0" name="Line 283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1" name="Line 284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2" name="Line 285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3" name="Line 286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4" name="Line 287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5" name="Line 288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6" name="Line 289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7" name="Line 290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8" name="Line 291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99" name="Line 292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0" name="Line 293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101" name="Line 294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26" name="AutoShape 295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7" name="AutoShape 296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8" name="AutoShape 297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9" name="AutoShape 298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0" name="AutoShape 299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1" name="Group 300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2062" name="Line 301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3" name="Line 302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4" name="Line 303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5" name="Line 304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6" name="Line 305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7" name="Line 306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8" name="Line 307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9" name="Line 308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0" name="Line 309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1" name="Line 310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2" name="Line 311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3" name="Line 312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4" name="Line 313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5" name="Line 314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6" name="Line 315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7" name="Line 316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8" name="Line 317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79" name="Line 318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0" name="Line 319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1" name="Line 320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2" name="AutoShape 321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3" name="AutoShape 322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4" name="AutoShape 323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5" name="AutoShape 324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6" name="AutoShape 325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2037" name="Group 326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2042" name="Line 327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3" name="Line 328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4" name="Line 329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5" name="Line 330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6" name="Line 331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7" name="Line 332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8" name="Line 333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49" name="Line 334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0" name="Line 335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1" name="Line 336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2" name="Line 337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3" name="Line 338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4" name="Line 339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5" name="Line 340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6" name="Line 341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7" name="Line 342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8" name="Line 343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59" name="Line 344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0" name="Line 345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61" name="Line 346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038" name="AutoShape 347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39" name="Freeform 348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AutoShape 349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41" name="Freeform 350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8" name="Text Box 351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6981296-A053-9245-ECC5-B842A6058BDE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02939812"/>
      </p:ext>
    </p:extLst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0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3334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5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1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2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3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4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5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6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7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8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9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7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8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9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3011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3231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2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3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4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8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9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0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1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2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3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4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5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6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7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8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9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0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2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3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4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5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6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57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3314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5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6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7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8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9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0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1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2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3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4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5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6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7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8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9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0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1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2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3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58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9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0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1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2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3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3294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5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6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7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8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9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0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1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2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3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4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5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6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7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8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9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0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1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2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3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64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5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6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7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8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9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3274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5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6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7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8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9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0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1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2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3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4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5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6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7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8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9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0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1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2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3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70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1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3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3" name="Rectangle 134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 refers </a:t>
            </a:r>
            <a:r>
              <a:rPr lang="en-US" altLang="zh-CN" i="1">
                <a:ea typeface="SimSun" panose="02010600030101010101" pitchFamily="2" charset="-122"/>
              </a:rPr>
              <a:t>dakota </a:t>
            </a:r>
            <a:r>
              <a:rPr lang="en-US" altLang="zh-CN">
                <a:ea typeface="SimSun" panose="02010600030101010101" pitchFamily="2" charset="-122"/>
              </a:rPr>
              <a:t>to 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servers</a:t>
            </a:r>
          </a:p>
        </p:txBody>
      </p:sp>
      <p:sp>
        <p:nvSpPr>
          <p:cNvPr id="43014" name="Text Box 135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3015" name="Text Box 136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3016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7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3128" name="AutoShape 139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29" name="AutoShape 140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0" name="Line 141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1" name="Freeform 142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43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44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Line 145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5" name="AutoShape 146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6" name="AutoShape 147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7" name="AutoShape 148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8" name="AutoShape 149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9" name="AutoShape 150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0" name="AutoShape 151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1" name="AutoShape 152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2" name="AutoShape 153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3" name="AutoShape 154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4" name="AutoShape 155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5" name="Oval 156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6" name="Oval 157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7" name="Freeform 158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AutoShape 159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9" name="AutoShape 160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0" name="AutoShape 161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1" name="AutoShape 162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2" name="AutoShape 163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3" name="AutoShape 164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54" name="Group 165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3211" name="Line 166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2" name="Line 167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3" name="Line 168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4" name="Line 169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5" name="Line 170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6" name="Line 171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7" name="Line 172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8" name="Line 173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9" name="Line 174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0" name="Line 175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1" name="Line 176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2" name="Line 177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3" name="Line 178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4" name="Line 179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5" name="Line 180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6" name="Line 181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7" name="Line 182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8" name="Line 183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9" name="Line 184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30" name="Line 185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55" name="AutoShape 186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6" name="AutoShape 187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7" name="AutoShape 188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8" name="AutoShape 189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9" name="AutoShape 190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0" name="Group 191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3191" name="Line 192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2" name="Line 193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3" name="Line 194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4" name="Line 195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5" name="Line 196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6" name="Line 197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7" name="Line 198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8" name="Line 199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9" name="Line 200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0" name="Line 201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1" name="Line 202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2" name="Line 203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3" name="Line 204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4" name="Line 205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5" name="Line 206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6" name="Line 207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7" name="Line 208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8" name="Line 209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9" name="Line 210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0" name="Line 211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1" name="AutoShape 212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2" name="AutoShape 213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3" name="AutoShape 214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4" name="AutoShape 215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5" name="AutoShape 216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6" name="Group 217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3171" name="Line 218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2" name="Line 219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3" name="Line 220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4" name="Line 221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5" name="Line 222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6" name="Line 223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7" name="Line 224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8" name="Line 225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9" name="Line 226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0" name="Line 227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1" name="Line 228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2" name="Line 229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3" name="Line 230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4" name="Line 231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5" name="Line 232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6" name="Line 233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7" name="Line 234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8" name="Line 235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9" name="Line 236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0" name="Line 237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7" name="AutoShape 238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8" name="Freeform 239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AutoShape 240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0" name="Freeform 241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8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9" name="Group 243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3025" name="AutoShape 244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6" name="AutoShape 245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7" name="Line 246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8" name="Freeform 247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48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49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250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32" name="AutoShape 251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3" name="AutoShape 252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4" name="AutoShape 253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5" name="AutoShape 254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6" name="AutoShape 255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7" name="AutoShape 256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8" name="AutoShape 257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9" name="AutoShape 258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0" name="AutoShape 259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1" name="AutoShape 260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2" name="Oval 261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3" name="Oval 262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4" name="Freeform 263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AutoShape 264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6" name="AutoShape 265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7" name="AutoShape 266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8" name="AutoShape 267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9" name="AutoShape 268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0" name="AutoShape 269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1" name="Group 270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3108" name="Line 271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9" name="Line 272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0" name="Line 273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1" name="Line 274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2" name="Line 275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3" name="Line 276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4" name="Line 277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5" name="Line 278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6" name="Line 279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7" name="Line 280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8" name="Line 281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9" name="Line 282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0" name="Line 283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1" name="Line 284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2" name="Line 285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3" name="Line 286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4" name="Line 287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5" name="Line 288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6" name="Line 289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7" name="Line 290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2" name="AutoShape 291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3" name="AutoShape 292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4" name="AutoShape 293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5" name="AutoShape 294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6" name="AutoShape 295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7" name="Group 296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3088" name="Line 297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9" name="Line 298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0" name="Line 299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1" name="Line 300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2" name="Line 301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3" name="Line 302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4" name="Line 303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5" name="Line 304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6" name="Line 305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7" name="Line 306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8" name="Line 307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9" name="Line 308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0" name="Line 309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1" name="Line 310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2" name="Line 311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3" name="Line 312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4" name="Line 313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5" name="Line 314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6" name="Line 315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7" name="Line 316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8" name="AutoShape 317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9" name="AutoShape 318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0" name="AutoShape 319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1" name="AutoShape 320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2" name="AutoShape 321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63" name="Group 322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3068" name="Line 323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69" name="Line 324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0" name="Line 325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1" name="Line 326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2" name="Line 327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3" name="Line 328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4" name="Line 329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5" name="Line 330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6" name="Line 331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7" name="Line 332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8" name="Line 333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9" name="Line 334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0" name="Line 335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1" name="Line 336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2" name="Line 337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3" name="Line 338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4" name="Line 339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5" name="Line 340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6" name="Line 341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7" name="Line 342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64" name="AutoShape 343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5" name="Freeform 344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AutoShape 345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7" name="Freeform 346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20" name="Text Box 347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AED0B91-69E5-C250-B1C7-837424566F06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84343514"/>
      </p:ext>
    </p:extLst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0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3334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5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1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2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3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4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5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6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7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8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9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7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8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9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3011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3231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2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3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4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8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9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0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1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2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3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4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5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6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7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8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9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0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2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3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4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5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6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57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3314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5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6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7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8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9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0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1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2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3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4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5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6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7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8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9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0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1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2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3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58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9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0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1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2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3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3294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5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6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7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8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9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0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1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2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3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4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5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6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7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8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9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0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1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2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3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64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5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6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7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8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9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3274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5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6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7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8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9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0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1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2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3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4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5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6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7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8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9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0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1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2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3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70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1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3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3" name="Rectangle 134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 refers </a:t>
            </a:r>
            <a:r>
              <a:rPr lang="en-US" altLang="zh-CN" i="1">
                <a:ea typeface="SimSun" panose="02010600030101010101" pitchFamily="2" charset="-122"/>
              </a:rPr>
              <a:t>dakota </a:t>
            </a:r>
            <a:r>
              <a:rPr lang="en-US" altLang="zh-CN">
                <a:ea typeface="SimSun" panose="02010600030101010101" pitchFamily="2" charset="-122"/>
              </a:rPr>
              <a:t>to 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servers</a:t>
            </a:r>
          </a:p>
        </p:txBody>
      </p:sp>
      <p:sp>
        <p:nvSpPr>
          <p:cNvPr id="43014" name="Text Box 135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3015" name="Text Box 136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3016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7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3128" name="AutoShape 139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29" name="AutoShape 140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0" name="Line 141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1" name="Freeform 142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43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44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Line 145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5" name="AutoShape 146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6" name="AutoShape 147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7" name="AutoShape 148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8" name="AutoShape 149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9" name="AutoShape 150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0" name="AutoShape 151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1" name="AutoShape 152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2" name="AutoShape 153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3" name="AutoShape 154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4" name="AutoShape 155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5" name="Oval 156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6" name="Oval 157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7" name="Freeform 158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AutoShape 159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9" name="AutoShape 160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0" name="AutoShape 161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1" name="AutoShape 162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2" name="AutoShape 163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3" name="AutoShape 164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54" name="Group 165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3211" name="Line 166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2" name="Line 167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3" name="Line 168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4" name="Line 169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5" name="Line 170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6" name="Line 171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7" name="Line 172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8" name="Line 173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9" name="Line 174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0" name="Line 175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1" name="Line 176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2" name="Line 177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3" name="Line 178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4" name="Line 179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5" name="Line 180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6" name="Line 181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7" name="Line 182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8" name="Line 183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9" name="Line 184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30" name="Line 185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55" name="AutoShape 186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6" name="AutoShape 187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7" name="AutoShape 188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8" name="AutoShape 189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9" name="AutoShape 190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0" name="Group 191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3191" name="Line 192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2" name="Line 193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3" name="Line 194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4" name="Line 195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5" name="Line 196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6" name="Line 197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7" name="Line 198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8" name="Line 199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9" name="Line 200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0" name="Line 201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1" name="Line 202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2" name="Line 203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3" name="Line 204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4" name="Line 205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5" name="Line 206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6" name="Line 207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7" name="Line 208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8" name="Line 209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9" name="Line 210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0" name="Line 211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1" name="AutoShape 212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2" name="AutoShape 213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3" name="AutoShape 214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4" name="AutoShape 215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5" name="AutoShape 216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6" name="Group 217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3171" name="Line 218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2" name="Line 219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3" name="Line 220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4" name="Line 221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5" name="Line 222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6" name="Line 223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7" name="Line 224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8" name="Line 225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9" name="Line 226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0" name="Line 227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1" name="Line 228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2" name="Line 229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3" name="Line 230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4" name="Line 231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5" name="Line 232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6" name="Line 233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7" name="Line 234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8" name="Line 235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9" name="Line 236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0" name="Line 237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7" name="AutoShape 238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8" name="Freeform 239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AutoShape 240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0" name="Freeform 241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8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9" name="Group 243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3025" name="AutoShape 244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6" name="AutoShape 245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7" name="Line 246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8" name="Freeform 247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48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49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250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32" name="AutoShape 251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3" name="AutoShape 252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4" name="AutoShape 253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5" name="AutoShape 254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6" name="AutoShape 255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7" name="AutoShape 256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8" name="AutoShape 257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9" name="AutoShape 258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0" name="AutoShape 259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1" name="AutoShape 260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2" name="Oval 261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3" name="Oval 262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4" name="Freeform 263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AutoShape 264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6" name="AutoShape 265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7" name="AutoShape 266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8" name="AutoShape 267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9" name="AutoShape 268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0" name="AutoShape 269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1" name="Group 270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3108" name="Line 271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9" name="Line 272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0" name="Line 273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1" name="Line 274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2" name="Line 275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3" name="Line 276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4" name="Line 277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5" name="Line 278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6" name="Line 279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7" name="Line 280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8" name="Line 281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9" name="Line 282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0" name="Line 283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1" name="Line 284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2" name="Line 285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3" name="Line 286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4" name="Line 287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5" name="Line 288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6" name="Line 289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7" name="Line 290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2" name="AutoShape 291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3" name="AutoShape 292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4" name="AutoShape 293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5" name="AutoShape 294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6" name="AutoShape 295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7" name="Group 296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3088" name="Line 297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9" name="Line 298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0" name="Line 299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1" name="Line 300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2" name="Line 301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3" name="Line 302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4" name="Line 303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5" name="Line 304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6" name="Line 305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7" name="Line 306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8" name="Line 307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9" name="Line 308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0" name="Line 309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1" name="Line 310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2" name="Line 311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3" name="Line 312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4" name="Line 313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5" name="Line 314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6" name="Line 315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7" name="Line 316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8" name="AutoShape 317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9" name="AutoShape 318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0" name="AutoShape 319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1" name="AutoShape 320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2" name="AutoShape 321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63" name="Group 322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3068" name="Line 323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69" name="Line 324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0" name="Line 325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1" name="Line 326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2" name="Line 327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3" name="Line 328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4" name="Line 329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5" name="Line 330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6" name="Line 331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7" name="Line 332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8" name="Line 333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9" name="Line 334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0" name="Line 335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1" name="Line 336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2" name="Line 337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3" name="Line 338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4" name="Line 339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5" name="Line 340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6" name="Line 341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7" name="Line 342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64" name="AutoShape 343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5" name="Freeform 344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AutoShape 345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7" name="Freeform 346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20" name="Text Box 347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5" name="Group 349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8458200" y="2439988"/>
            <a:ext cx="1981200" cy="1522412"/>
            <a:chOff x="2310" y="1639"/>
            <a:chExt cx="1623" cy="754"/>
          </a:xfrm>
        </p:grpSpPr>
        <p:sp>
          <p:nvSpPr>
            <p:cNvPr id="43023" name="Freeform 350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3024" name="Text Box 351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a list of the nominum.com name servers.  Ask one of them</a:t>
              </a:r>
              <a:r>
                <a:rPr lang="en-US" altLang="zh-CN" sz="1600" i="1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.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AED0B91-69E5-C250-B1C7-837424566F06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3396845"/>
      </p:ext>
    </p:extLst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10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3334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35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1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2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3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4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5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6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7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48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49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7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8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59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3011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3231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2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3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4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38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39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0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1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2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3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4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5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6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7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8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49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0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2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3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4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5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6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57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3314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5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6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7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8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9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0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1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2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3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4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5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6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7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8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29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0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1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2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33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58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59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0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1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2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3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3294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5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6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7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8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9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0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1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2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3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4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5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6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7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8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09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0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1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2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313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64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5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6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7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68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269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3274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5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6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7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8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79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0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1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2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3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4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5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6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7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8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89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0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1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2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93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270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1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73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3" name="Rectangle 134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f</a:t>
            </a:r>
            <a:r>
              <a:rPr lang="en-US" altLang="zh-CN">
                <a:ea typeface="SimSun" panose="02010600030101010101" pitchFamily="2" charset="-122"/>
              </a:rPr>
              <a:t> refers </a:t>
            </a:r>
            <a:r>
              <a:rPr lang="en-US" altLang="zh-CN" i="1">
                <a:ea typeface="SimSun" panose="02010600030101010101" pitchFamily="2" charset="-122"/>
              </a:rPr>
              <a:t>dakota </a:t>
            </a:r>
            <a:r>
              <a:rPr lang="en-US" altLang="zh-CN">
                <a:ea typeface="SimSun" panose="02010600030101010101" pitchFamily="2" charset="-122"/>
              </a:rPr>
              <a:t>to 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servers</a:t>
            </a:r>
          </a:p>
        </p:txBody>
      </p:sp>
      <p:sp>
        <p:nvSpPr>
          <p:cNvPr id="43014" name="Text Box 135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3015" name="Text Box 136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3016" name="Text Box 137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7" name="Group 138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3128" name="AutoShape 139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29" name="AutoShape 140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0" name="Line 141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1" name="Freeform 142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43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44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Line 145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35" name="AutoShape 146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6" name="AutoShape 147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7" name="AutoShape 148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8" name="AutoShape 149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9" name="AutoShape 150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0" name="AutoShape 151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1" name="AutoShape 152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2" name="AutoShape 153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3" name="AutoShape 154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4" name="AutoShape 155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5" name="Oval 156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6" name="Oval 157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7" name="Freeform 158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AutoShape 159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49" name="AutoShape 160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0" name="AutoShape 161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1" name="AutoShape 162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2" name="AutoShape 163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3" name="AutoShape 164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54" name="Group 165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3211" name="Line 166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2" name="Line 167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3" name="Line 168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4" name="Line 169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5" name="Line 170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6" name="Line 171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7" name="Line 172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8" name="Line 173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9" name="Line 174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0" name="Line 175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1" name="Line 176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2" name="Line 177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3" name="Line 178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4" name="Line 179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5" name="Line 180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6" name="Line 181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7" name="Line 182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8" name="Line 183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29" name="Line 184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30" name="Line 185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55" name="AutoShape 186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6" name="AutoShape 187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7" name="AutoShape 188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8" name="AutoShape 189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59" name="AutoShape 190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0" name="Group 191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3191" name="Line 192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2" name="Line 193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3" name="Line 194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4" name="Line 195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5" name="Line 196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6" name="Line 197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7" name="Line 198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8" name="Line 199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9" name="Line 200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0" name="Line 201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1" name="Line 202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2" name="Line 203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3" name="Line 204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4" name="Line 205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5" name="Line 206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6" name="Line 207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7" name="Line 208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8" name="Line 209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09" name="Line 210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210" name="Line 211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1" name="AutoShape 212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2" name="AutoShape 213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3" name="AutoShape 214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4" name="AutoShape 215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5" name="AutoShape 216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166" name="Group 217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3171" name="Line 218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2" name="Line 219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3" name="Line 220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4" name="Line 221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5" name="Line 222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6" name="Line 223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7" name="Line 224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8" name="Line 225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79" name="Line 226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0" name="Line 227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1" name="Line 228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2" name="Line 229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3" name="Line 230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4" name="Line 231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5" name="Line 232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6" name="Line 233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7" name="Line 234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8" name="Line 235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89" name="Line 236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90" name="Line 237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167" name="AutoShape 238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68" name="Freeform 239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AutoShape 240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70" name="Freeform 241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8" name="Text Box 242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3019" name="Group 243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3025" name="AutoShape 244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6" name="AutoShape 245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27" name="Line 246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8" name="Freeform 247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48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49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250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32" name="AutoShape 251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3" name="AutoShape 252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4" name="AutoShape 253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5" name="AutoShape 254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6" name="AutoShape 255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7" name="AutoShape 256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8" name="AutoShape 257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39" name="AutoShape 258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0" name="AutoShape 259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1" name="AutoShape 260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2" name="Oval 261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3" name="Oval 262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4" name="Freeform 263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AutoShape 264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6" name="AutoShape 265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7" name="AutoShape 266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8" name="AutoShape 267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49" name="AutoShape 268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0" name="AutoShape 269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1" name="Group 270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3108" name="Line 271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9" name="Line 272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0" name="Line 273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1" name="Line 274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2" name="Line 275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3" name="Line 276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4" name="Line 277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5" name="Line 278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6" name="Line 279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7" name="Line 280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8" name="Line 281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19" name="Line 282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0" name="Line 283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1" name="Line 284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2" name="Line 285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3" name="Line 286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4" name="Line 287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5" name="Line 288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6" name="Line 289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27" name="Line 290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2" name="AutoShape 291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3" name="AutoShape 292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4" name="AutoShape 293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5" name="AutoShape 294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6" name="AutoShape 295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57" name="Group 296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3088" name="Line 297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9" name="Line 298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0" name="Line 299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1" name="Line 300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2" name="Line 301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3" name="Line 302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4" name="Line 303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5" name="Line 304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6" name="Line 305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7" name="Line 306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8" name="Line 307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99" name="Line 308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0" name="Line 309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1" name="Line 310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2" name="Line 311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3" name="Line 312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4" name="Line 313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5" name="Line 314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6" name="Line 315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107" name="Line 316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58" name="AutoShape 317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59" name="AutoShape 318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0" name="AutoShape 319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1" name="AutoShape 320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2" name="AutoShape 321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3063" name="Group 322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3068" name="Line 323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69" name="Line 324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0" name="Line 325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1" name="Line 326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2" name="Line 327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3" name="Line 328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4" name="Line 329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5" name="Line 330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6" name="Line 331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7" name="Line 332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8" name="Line 333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79" name="Line 334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0" name="Line 335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1" name="Line 336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2" name="Line 337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3" name="Line 338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4" name="Line 339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5" name="Line 340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6" name="Line 341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3087" name="Line 342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64" name="AutoShape 343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5" name="Freeform 344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AutoShape 345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067" name="Freeform 346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20" name="Text Box 347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65884" name="Line 348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>
            <a:off x="4846639" y="3422650"/>
            <a:ext cx="2744787" cy="9017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" name="Group 349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8458200" y="2439988"/>
            <a:ext cx="1981200" cy="1522412"/>
            <a:chOff x="2310" y="1639"/>
            <a:chExt cx="1623" cy="754"/>
          </a:xfrm>
        </p:grpSpPr>
        <p:sp>
          <p:nvSpPr>
            <p:cNvPr id="43023" name="Freeform 350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3024" name="Text Box 351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a list of the nominum.com name servers.  Ask one of them</a:t>
              </a:r>
              <a:r>
                <a:rPr lang="en-US" altLang="zh-CN" sz="1600" i="1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.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AED0B91-69E5-C250-B1C7-837424566F06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05446387"/>
      </p:ext>
    </p:extLst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4463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64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0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1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2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3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4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5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6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7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8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6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7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8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4360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1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2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3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7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8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9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0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1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2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3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4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5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6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7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8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9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1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2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3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4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5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86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4443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4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5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6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7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8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9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0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1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2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3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4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5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6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7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8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9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0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1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2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87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8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9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0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1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2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4423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4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5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6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7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8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9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0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1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2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3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4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5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6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7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8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9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0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1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2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3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4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5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6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7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8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4403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4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5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6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7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8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9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0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1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2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3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4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5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6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7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8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9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0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1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2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9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0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2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4257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8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9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0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4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5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6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7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8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9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0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1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2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3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4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5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6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8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9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0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1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2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3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4340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1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2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3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4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5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6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7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8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9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0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1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2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3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4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8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9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84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5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6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7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8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9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4320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1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2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3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4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5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6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7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0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3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4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5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6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7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8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0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1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2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3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4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95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4300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1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2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3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4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5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6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9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2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3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4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5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6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7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6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7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9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8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4039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4040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1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2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4154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5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6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57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61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2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3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4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5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6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7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8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9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0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1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2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3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5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6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7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8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9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0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4237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8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9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0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1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2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3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6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9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0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1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2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3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4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1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2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3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4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5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6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4217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8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9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0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1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2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5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8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9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0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1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2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3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6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7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8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9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0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1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92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4197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8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9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0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1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4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7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8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9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0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1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2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5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6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93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4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6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3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4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4051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2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3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4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8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9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0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1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2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3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4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5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6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7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8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9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0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2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3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4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5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6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77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4134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5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6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7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8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1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4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5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6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7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8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9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2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3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78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9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0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1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2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3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4114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5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6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7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0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3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4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5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6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7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8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1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2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3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84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5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6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7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8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9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4094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5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6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7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8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9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0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1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2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3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4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5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6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7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8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9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0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1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2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3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90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1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3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5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6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DAB6C79-67E4-7B48-CD78-7CE1E65E5885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08934719"/>
      </p:ext>
    </p:extLst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4463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64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0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1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2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3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4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5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6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7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8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6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7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8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4360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1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2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3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7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8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9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0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1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2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3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4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5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6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7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8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9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1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2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3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4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5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86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4443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4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5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6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7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8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9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0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1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2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3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4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5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6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7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8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9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0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1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2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87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8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9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0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1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2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4423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4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5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6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7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8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9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0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1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2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3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4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5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6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7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8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9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0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1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2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3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4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5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6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7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8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4403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4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5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6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7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8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9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0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1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2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3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4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5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6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7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8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9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0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1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2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9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0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2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4257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8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9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0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4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5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6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7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8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9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0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1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2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3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4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5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6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8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9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0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1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2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3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4340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1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2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3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4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5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6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7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8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9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0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1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2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3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4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8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9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84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5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6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7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8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9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4320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1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2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3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4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5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6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7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0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3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4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5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6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7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8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0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1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2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3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4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95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4300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1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2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3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4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5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6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9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2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3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4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5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6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7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6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7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9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8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4039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4040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1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2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4154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5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6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57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61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2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3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4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5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6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7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8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9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0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1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2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3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5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6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7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8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9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0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4237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8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9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0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1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2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3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6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9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0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1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2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3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4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1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2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3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4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5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6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4217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8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9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0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1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2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5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8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9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0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1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2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3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6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7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8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9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0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1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92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4197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8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9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0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1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4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7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8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9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0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1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2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5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6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93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4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6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3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4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4051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2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3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4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8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9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0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1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2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3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4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5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6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7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8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9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0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2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3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4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5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6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77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4134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5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6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7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8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1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4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5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6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7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8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9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2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3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78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9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0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1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2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3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4114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5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6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7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0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3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4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5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6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7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8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1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2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3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84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5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6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7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8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9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4094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5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6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7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8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9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0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1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2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3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4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5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6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7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8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9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0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1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2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3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90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1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3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5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6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9" name="Group 453"/>
          <p:cNvGrpSpPr>
            <a:grpSpLocks/>
          </p:cNvGrpSpPr>
          <p:nvPr>
            <p:custDataLst>
              <p:tags r:id="rId14"/>
            </p:custDataLst>
          </p:nvPr>
        </p:nvGrpSpPr>
        <p:grpSpPr bwMode="auto">
          <a:xfrm>
            <a:off x="4857751" y="2439989"/>
            <a:ext cx="2341563" cy="1055687"/>
            <a:chOff x="2310" y="1639"/>
            <a:chExt cx="1623" cy="754"/>
          </a:xfrm>
        </p:grpSpPr>
        <p:sp>
          <p:nvSpPr>
            <p:cNvPr id="44049" name="Freeform 454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4050" name="Text Box 455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DAB6C79-67E4-7B48-CD78-7CE1E65E5885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12583948"/>
      </p:ext>
    </p:extLst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4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4463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64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0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1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2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3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4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5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6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77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78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6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7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88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35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4360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1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2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3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67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8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69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0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1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2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3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4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5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6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7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8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79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1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2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3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4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5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86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4443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4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5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6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7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8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9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0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1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2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3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4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5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6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7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8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59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0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1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62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87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8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89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0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1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2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4423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4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5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6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7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8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9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0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1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2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3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4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5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6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7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8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39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0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1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42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3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4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5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6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97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398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4403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4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5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6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7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8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09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0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1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2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3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4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5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6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7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8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19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0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1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422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399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0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02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4257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8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59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0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64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5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6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7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8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69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0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1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2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3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4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5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6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8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79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0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1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2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3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4340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1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2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3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4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5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6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7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8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9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0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1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2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3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4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8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9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84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5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6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7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88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89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4320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1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2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3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4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5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6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7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0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3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4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5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6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7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8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0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1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2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3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4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295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4300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1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2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3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4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5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6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9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2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3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4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5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6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7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296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7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99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8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asks a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, for </a:t>
            </a:r>
            <a:r>
              <a:rPr lang="en-US" altLang="zh-CN" sz="2400" i="1">
                <a:ea typeface="SimSun" panose="02010600030101010101" pitchFamily="2" charset="-122"/>
              </a:rPr>
              <a:t>www.nominum.com’s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4039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4040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1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2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4154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5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56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57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61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2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3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4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5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6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7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8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69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0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1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2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3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5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6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7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8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79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0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4237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8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9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0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1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2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3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6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9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0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1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2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3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4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1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2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3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4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5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86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4217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8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9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0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1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2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5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8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9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0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1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2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3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6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87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8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89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0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1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192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4197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8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9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0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1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4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7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8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9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0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1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2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5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6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193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4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196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3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4044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4051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2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3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4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58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59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0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1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2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3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4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5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6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7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8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69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0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2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3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4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5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6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77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4134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5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6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7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8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1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4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5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6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7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8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9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2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3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78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79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0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1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2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3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4114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5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6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7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0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3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4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5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6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7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8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1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2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3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84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5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6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7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88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4089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4094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5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6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7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8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099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0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1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2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3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4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5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6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7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8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09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0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1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2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3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4090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1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093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5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4046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9" name="Group 453"/>
          <p:cNvGrpSpPr>
            <a:grpSpLocks/>
          </p:cNvGrpSpPr>
          <p:nvPr>
            <p:custDataLst>
              <p:tags r:id="rId14"/>
            </p:custDataLst>
          </p:nvPr>
        </p:nvGrpSpPr>
        <p:grpSpPr bwMode="auto">
          <a:xfrm>
            <a:off x="4857751" y="2439989"/>
            <a:ext cx="2341563" cy="1055687"/>
            <a:chOff x="2310" y="1639"/>
            <a:chExt cx="1623" cy="754"/>
          </a:xfrm>
        </p:grpSpPr>
        <p:sp>
          <p:nvSpPr>
            <p:cNvPr id="44049" name="Freeform 454"/>
            <p:cNvSpPr>
              <a:spLocks/>
            </p:cNvSpPr>
            <p:nvPr/>
          </p:nvSpPr>
          <p:spPr bwMode="auto">
            <a:xfrm>
              <a:off x="2310" y="1639"/>
              <a:ext cx="1623" cy="754"/>
            </a:xfrm>
            <a:custGeom>
              <a:avLst/>
              <a:gdLst>
                <a:gd name="T0" fmla="*/ 1507 w 1623"/>
                <a:gd name="T1" fmla="*/ 657 h 754"/>
                <a:gd name="T2" fmla="*/ 1530 w 1623"/>
                <a:gd name="T3" fmla="*/ 654 h 754"/>
                <a:gd name="T4" fmla="*/ 1551 w 1623"/>
                <a:gd name="T5" fmla="*/ 648 h 754"/>
                <a:gd name="T6" fmla="*/ 1571 w 1623"/>
                <a:gd name="T7" fmla="*/ 640 h 754"/>
                <a:gd name="T8" fmla="*/ 1588 w 1623"/>
                <a:gd name="T9" fmla="*/ 630 h 754"/>
                <a:gd name="T10" fmla="*/ 1602 w 1623"/>
                <a:gd name="T11" fmla="*/ 619 h 754"/>
                <a:gd name="T12" fmla="*/ 1612 w 1623"/>
                <a:gd name="T13" fmla="*/ 607 h 754"/>
                <a:gd name="T14" fmla="*/ 1619 w 1623"/>
                <a:gd name="T15" fmla="*/ 594 h 754"/>
                <a:gd name="T16" fmla="*/ 1622 w 1623"/>
                <a:gd name="T17" fmla="*/ 71 h 754"/>
                <a:gd name="T18" fmla="*/ 1616 w 1623"/>
                <a:gd name="T19" fmla="*/ 59 h 754"/>
                <a:gd name="T20" fmla="*/ 1609 w 1623"/>
                <a:gd name="T21" fmla="*/ 45 h 754"/>
                <a:gd name="T22" fmla="*/ 1596 w 1623"/>
                <a:gd name="T23" fmla="*/ 35 h 754"/>
                <a:gd name="T24" fmla="*/ 1581 w 1623"/>
                <a:gd name="T25" fmla="*/ 23 h 754"/>
                <a:gd name="T26" fmla="*/ 1562 w 1623"/>
                <a:gd name="T27" fmla="*/ 15 h 754"/>
                <a:gd name="T28" fmla="*/ 1542 w 1623"/>
                <a:gd name="T29" fmla="*/ 8 h 754"/>
                <a:gd name="T30" fmla="*/ 1518 w 1623"/>
                <a:gd name="T31" fmla="*/ 3 h 754"/>
                <a:gd name="T32" fmla="*/ 1496 w 1623"/>
                <a:gd name="T33" fmla="*/ 0 h 754"/>
                <a:gd name="T34" fmla="*/ 114 w 1623"/>
                <a:gd name="T35" fmla="*/ 2 h 754"/>
                <a:gd name="T36" fmla="*/ 90 w 1623"/>
                <a:gd name="T37" fmla="*/ 6 h 754"/>
                <a:gd name="T38" fmla="*/ 68 w 1623"/>
                <a:gd name="T39" fmla="*/ 12 h 754"/>
                <a:gd name="T40" fmla="*/ 48 w 1623"/>
                <a:gd name="T41" fmla="*/ 20 h 754"/>
                <a:gd name="T42" fmla="*/ 32 w 1623"/>
                <a:gd name="T43" fmla="*/ 30 h 754"/>
                <a:gd name="T44" fmla="*/ 17 w 1623"/>
                <a:gd name="T45" fmla="*/ 41 h 754"/>
                <a:gd name="T46" fmla="*/ 7 w 1623"/>
                <a:gd name="T47" fmla="*/ 53 h 754"/>
                <a:gd name="T48" fmla="*/ 1 w 1623"/>
                <a:gd name="T49" fmla="*/ 65 h 754"/>
                <a:gd name="T50" fmla="*/ 0 w 1623"/>
                <a:gd name="T51" fmla="*/ 586 h 754"/>
                <a:gd name="T52" fmla="*/ 3 w 1623"/>
                <a:gd name="T53" fmla="*/ 600 h 754"/>
                <a:gd name="T54" fmla="*/ 12 w 1623"/>
                <a:gd name="T55" fmla="*/ 613 h 754"/>
                <a:gd name="T56" fmla="*/ 24 w 1623"/>
                <a:gd name="T57" fmla="*/ 625 h 754"/>
                <a:gd name="T58" fmla="*/ 41 w 1623"/>
                <a:gd name="T59" fmla="*/ 634 h 754"/>
                <a:gd name="T60" fmla="*/ 58 w 1623"/>
                <a:gd name="T61" fmla="*/ 643 h 754"/>
                <a:gd name="T62" fmla="*/ 79 w 1623"/>
                <a:gd name="T63" fmla="*/ 650 h 754"/>
                <a:gd name="T64" fmla="*/ 102 w 1623"/>
                <a:gd name="T65" fmla="*/ 655 h 754"/>
                <a:gd name="T66" fmla="*/ 126 w 1623"/>
                <a:gd name="T67" fmla="*/ 657 h 754"/>
                <a:gd name="T68" fmla="*/ 130 w 1623"/>
                <a:gd name="T69" fmla="*/ 753 h 754"/>
                <a:gd name="T70" fmla="*/ 1496 w 1623"/>
                <a:gd name="T71" fmla="*/ 657 h 7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3"/>
                <a:gd name="T109" fmla="*/ 0 h 754"/>
                <a:gd name="T110" fmla="*/ 1623 w 1623"/>
                <a:gd name="T111" fmla="*/ 754 h 7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3" h="754">
                  <a:moveTo>
                    <a:pt x="1496" y="657"/>
                  </a:moveTo>
                  <a:lnTo>
                    <a:pt x="1507" y="657"/>
                  </a:lnTo>
                  <a:lnTo>
                    <a:pt x="1518" y="655"/>
                  </a:lnTo>
                  <a:lnTo>
                    <a:pt x="1530" y="654"/>
                  </a:lnTo>
                  <a:lnTo>
                    <a:pt x="1542" y="650"/>
                  </a:lnTo>
                  <a:lnTo>
                    <a:pt x="1551" y="648"/>
                  </a:lnTo>
                  <a:lnTo>
                    <a:pt x="1562" y="643"/>
                  </a:lnTo>
                  <a:lnTo>
                    <a:pt x="1571" y="640"/>
                  </a:lnTo>
                  <a:lnTo>
                    <a:pt x="1581" y="634"/>
                  </a:lnTo>
                  <a:lnTo>
                    <a:pt x="1588" y="630"/>
                  </a:lnTo>
                  <a:lnTo>
                    <a:pt x="1596" y="625"/>
                  </a:lnTo>
                  <a:lnTo>
                    <a:pt x="1602" y="619"/>
                  </a:lnTo>
                  <a:lnTo>
                    <a:pt x="1609" y="613"/>
                  </a:lnTo>
                  <a:lnTo>
                    <a:pt x="1612" y="607"/>
                  </a:lnTo>
                  <a:lnTo>
                    <a:pt x="1616" y="600"/>
                  </a:lnTo>
                  <a:lnTo>
                    <a:pt x="1619" y="594"/>
                  </a:lnTo>
                  <a:lnTo>
                    <a:pt x="1622" y="586"/>
                  </a:lnTo>
                  <a:lnTo>
                    <a:pt x="1622" y="71"/>
                  </a:lnTo>
                  <a:lnTo>
                    <a:pt x="1619" y="65"/>
                  </a:lnTo>
                  <a:lnTo>
                    <a:pt x="1616" y="59"/>
                  </a:lnTo>
                  <a:lnTo>
                    <a:pt x="1612" y="53"/>
                  </a:lnTo>
                  <a:lnTo>
                    <a:pt x="1609" y="45"/>
                  </a:lnTo>
                  <a:lnTo>
                    <a:pt x="1602" y="41"/>
                  </a:lnTo>
                  <a:lnTo>
                    <a:pt x="1596" y="35"/>
                  </a:lnTo>
                  <a:lnTo>
                    <a:pt x="1588" y="30"/>
                  </a:lnTo>
                  <a:lnTo>
                    <a:pt x="1581" y="23"/>
                  </a:lnTo>
                  <a:lnTo>
                    <a:pt x="1571" y="20"/>
                  </a:lnTo>
                  <a:lnTo>
                    <a:pt x="1562" y="15"/>
                  </a:lnTo>
                  <a:lnTo>
                    <a:pt x="1551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8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0" y="6"/>
                  </a:lnTo>
                  <a:lnTo>
                    <a:pt x="79" y="8"/>
                  </a:lnTo>
                  <a:lnTo>
                    <a:pt x="68" y="12"/>
                  </a:lnTo>
                  <a:lnTo>
                    <a:pt x="58" y="15"/>
                  </a:lnTo>
                  <a:lnTo>
                    <a:pt x="48" y="20"/>
                  </a:lnTo>
                  <a:lnTo>
                    <a:pt x="41" y="23"/>
                  </a:lnTo>
                  <a:lnTo>
                    <a:pt x="32" y="30"/>
                  </a:lnTo>
                  <a:lnTo>
                    <a:pt x="24" y="35"/>
                  </a:lnTo>
                  <a:lnTo>
                    <a:pt x="17" y="41"/>
                  </a:lnTo>
                  <a:lnTo>
                    <a:pt x="12" y="45"/>
                  </a:lnTo>
                  <a:lnTo>
                    <a:pt x="7" y="53"/>
                  </a:lnTo>
                  <a:lnTo>
                    <a:pt x="3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586"/>
                  </a:lnTo>
                  <a:lnTo>
                    <a:pt x="1" y="594"/>
                  </a:lnTo>
                  <a:lnTo>
                    <a:pt x="3" y="600"/>
                  </a:lnTo>
                  <a:lnTo>
                    <a:pt x="7" y="607"/>
                  </a:lnTo>
                  <a:lnTo>
                    <a:pt x="12" y="613"/>
                  </a:lnTo>
                  <a:lnTo>
                    <a:pt x="17" y="619"/>
                  </a:lnTo>
                  <a:lnTo>
                    <a:pt x="24" y="625"/>
                  </a:lnTo>
                  <a:lnTo>
                    <a:pt x="32" y="630"/>
                  </a:lnTo>
                  <a:lnTo>
                    <a:pt x="41" y="634"/>
                  </a:lnTo>
                  <a:lnTo>
                    <a:pt x="48" y="640"/>
                  </a:lnTo>
                  <a:lnTo>
                    <a:pt x="58" y="643"/>
                  </a:lnTo>
                  <a:lnTo>
                    <a:pt x="68" y="648"/>
                  </a:lnTo>
                  <a:lnTo>
                    <a:pt x="79" y="650"/>
                  </a:lnTo>
                  <a:lnTo>
                    <a:pt x="90" y="654"/>
                  </a:lnTo>
                  <a:lnTo>
                    <a:pt x="102" y="655"/>
                  </a:lnTo>
                  <a:lnTo>
                    <a:pt x="114" y="657"/>
                  </a:lnTo>
                  <a:lnTo>
                    <a:pt x="126" y="657"/>
                  </a:lnTo>
                  <a:lnTo>
                    <a:pt x="245" y="657"/>
                  </a:lnTo>
                  <a:lnTo>
                    <a:pt x="130" y="753"/>
                  </a:lnTo>
                  <a:lnTo>
                    <a:pt x="407" y="657"/>
                  </a:lnTo>
                  <a:lnTo>
                    <a:pt x="1496" y="657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4050" name="Text Box 455"/>
            <p:cNvSpPr txBox="1">
              <a:spLocks noChangeArrowheads="1"/>
            </p:cNvSpPr>
            <p:nvPr/>
          </p:nvSpPr>
          <p:spPr bwMode="auto">
            <a:xfrm>
              <a:off x="2480" y="1712"/>
              <a:ext cx="1385" cy="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www.nominum.com?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67016" name="Line 456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4800600" y="3541713"/>
            <a:ext cx="1163638" cy="3175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DAB6C79-67E4-7B48-CD78-7CE1E65E5885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22418817"/>
      </p:ext>
    </p:extLst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548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8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0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059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5384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5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6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87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91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2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3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4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5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6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7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8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9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0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1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2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3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5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6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7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8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9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0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5467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8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9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0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1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2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3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4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5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6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7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8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9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0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1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2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3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4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5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6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1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2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3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4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5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6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5447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8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9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0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1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2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3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4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5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6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7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8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9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0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1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2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3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4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5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6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7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8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9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0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1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22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5427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8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9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0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1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2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3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4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5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6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7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8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9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0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1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2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3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4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5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6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23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4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6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5281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2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3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4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8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9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0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1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2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3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4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5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6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7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8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9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0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2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3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4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5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6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07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5364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5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6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7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8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9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0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1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2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3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4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5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6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7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8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9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0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1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2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3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08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9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0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1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2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3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5344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5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6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7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8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9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0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1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2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3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4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5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6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7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8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9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0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1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2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3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14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5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6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7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8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9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5324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5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6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7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8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9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0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1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2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3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4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5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6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7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8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9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0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1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2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3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20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1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3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2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5063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5064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65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6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5178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9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0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1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5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6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7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8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9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0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1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2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3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4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5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6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7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9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0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1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2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3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04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5261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2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3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4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5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6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7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8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9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0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1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2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3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4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5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6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7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8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9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80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05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6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7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8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9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0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5241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2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3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4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5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6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7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8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9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0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1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2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3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4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5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6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7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8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9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0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1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2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3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4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5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6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5221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2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3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4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5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6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7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8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9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0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1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2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3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4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5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6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7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8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9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0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7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8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20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7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8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5075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6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7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8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82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3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4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5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6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7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8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9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0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1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2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3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4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6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7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8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9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0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1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5158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9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0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1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2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3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4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5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6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7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8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9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0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1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2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3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4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5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6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7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2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3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4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5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6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7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5138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9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0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1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2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3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4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5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6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7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8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9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0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1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2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3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4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5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6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7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8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9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0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1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2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13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5118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19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0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1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2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3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4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5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6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7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8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9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0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1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2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3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4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5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6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7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14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5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7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9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70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B757E68-6662-BAD9-ED3F-341F61361DB5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09980747"/>
      </p:ext>
    </p:extLst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548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8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0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059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5384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5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6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87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91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2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3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4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5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6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7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8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9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0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1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2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3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5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6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7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8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9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0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5467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8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9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0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1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2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3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4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5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6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7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8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9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0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1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2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3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4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5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6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1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2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3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4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5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6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5447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8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9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0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1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2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3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4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5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6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7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8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9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0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1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2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3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4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5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6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7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8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9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0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1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22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5427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8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9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0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1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2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3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4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5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6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7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8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9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0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1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2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3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4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5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6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23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4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6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5281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2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3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4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8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9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0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1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2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3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4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5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6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7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8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9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0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2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3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4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5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6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07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5364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5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6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7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8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9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0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1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2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3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4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5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6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7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8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9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0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1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2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3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08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9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0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1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2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3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5344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5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6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7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8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9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0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1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2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3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4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5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6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7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8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9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0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1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2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3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14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5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6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7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8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9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5324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5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6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7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8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9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0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1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2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3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4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5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6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7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8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9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0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1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2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3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20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1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3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2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5063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5064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65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6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5178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9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0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1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5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6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7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8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9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0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1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2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3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4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5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6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7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9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0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1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2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3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04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5261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2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3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4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5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6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7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8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9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0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1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2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3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4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5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6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7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8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9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80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05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6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7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8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9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0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5241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2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3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4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5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6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7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8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9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0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1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2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3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4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5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6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7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8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9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0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1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2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3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4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5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6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5221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2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3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4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5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6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7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8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9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0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1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2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3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4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5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6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7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8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9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0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7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8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20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7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8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5075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6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7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8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82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3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4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5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6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7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8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9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0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1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2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3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4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6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7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8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9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0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1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5158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9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0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1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2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3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4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5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6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7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8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9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0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1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2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3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4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5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6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7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2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3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4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5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6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7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5138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9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0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1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2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3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4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5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6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7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8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9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0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1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2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3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4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5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6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7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8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9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0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1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2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13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5118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19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0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1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2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3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4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5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6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7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8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9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0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1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2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3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4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5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6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7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14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5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7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9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70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9" name="Group 453"/>
          <p:cNvGrpSpPr>
            <a:grpSpLocks/>
          </p:cNvGrpSpPr>
          <p:nvPr>
            <p:custDataLst>
              <p:tags r:id="rId14"/>
            </p:custDataLst>
          </p:nvPr>
        </p:nvGrpSpPr>
        <p:grpSpPr bwMode="auto">
          <a:xfrm>
            <a:off x="3733800" y="4495800"/>
            <a:ext cx="2198688" cy="1011238"/>
            <a:chOff x="1548" y="3082"/>
            <a:chExt cx="1523" cy="721"/>
          </a:xfrm>
        </p:grpSpPr>
        <p:sp>
          <p:nvSpPr>
            <p:cNvPr id="45073" name="Freeform 454"/>
            <p:cNvSpPr>
              <a:spLocks/>
            </p:cNvSpPr>
            <p:nvPr/>
          </p:nvSpPr>
          <p:spPr bwMode="auto">
            <a:xfrm>
              <a:off x="1548" y="3082"/>
              <a:ext cx="1523" cy="721"/>
            </a:xfrm>
            <a:custGeom>
              <a:avLst/>
              <a:gdLst>
                <a:gd name="T0" fmla="*/ 107 w 1523"/>
                <a:gd name="T1" fmla="*/ 94 h 721"/>
                <a:gd name="T2" fmla="*/ 84 w 1523"/>
                <a:gd name="T3" fmla="*/ 98 h 721"/>
                <a:gd name="T4" fmla="*/ 64 w 1523"/>
                <a:gd name="T5" fmla="*/ 104 h 721"/>
                <a:gd name="T6" fmla="*/ 46 w 1523"/>
                <a:gd name="T7" fmla="*/ 111 h 721"/>
                <a:gd name="T8" fmla="*/ 30 w 1523"/>
                <a:gd name="T9" fmla="*/ 121 h 721"/>
                <a:gd name="T10" fmla="*/ 17 w 1523"/>
                <a:gd name="T11" fmla="*/ 131 h 721"/>
                <a:gd name="T12" fmla="*/ 7 w 1523"/>
                <a:gd name="T13" fmla="*/ 142 h 721"/>
                <a:gd name="T14" fmla="*/ 1 w 1523"/>
                <a:gd name="T15" fmla="*/ 154 h 721"/>
                <a:gd name="T16" fmla="*/ 0 w 1523"/>
                <a:gd name="T17" fmla="*/ 652 h 721"/>
                <a:gd name="T18" fmla="*/ 4 w 1523"/>
                <a:gd name="T19" fmla="*/ 666 h 721"/>
                <a:gd name="T20" fmla="*/ 12 w 1523"/>
                <a:gd name="T21" fmla="*/ 677 h 721"/>
                <a:gd name="T22" fmla="*/ 23 w 1523"/>
                <a:gd name="T23" fmla="*/ 689 h 721"/>
                <a:gd name="T24" fmla="*/ 38 w 1523"/>
                <a:gd name="T25" fmla="*/ 699 h 721"/>
                <a:gd name="T26" fmla="*/ 54 w 1523"/>
                <a:gd name="T27" fmla="*/ 707 h 721"/>
                <a:gd name="T28" fmla="*/ 74 w 1523"/>
                <a:gd name="T29" fmla="*/ 714 h 721"/>
                <a:gd name="T30" fmla="*/ 95 w 1523"/>
                <a:gd name="T31" fmla="*/ 718 h 721"/>
                <a:gd name="T32" fmla="*/ 119 w 1523"/>
                <a:gd name="T33" fmla="*/ 720 h 721"/>
                <a:gd name="T34" fmla="*/ 1413 w 1523"/>
                <a:gd name="T35" fmla="*/ 720 h 721"/>
                <a:gd name="T36" fmla="*/ 1435 w 1523"/>
                <a:gd name="T37" fmla="*/ 716 h 721"/>
                <a:gd name="T38" fmla="*/ 1455 w 1523"/>
                <a:gd name="T39" fmla="*/ 711 h 721"/>
                <a:gd name="T40" fmla="*/ 1474 w 1523"/>
                <a:gd name="T41" fmla="*/ 703 h 721"/>
                <a:gd name="T42" fmla="*/ 1490 w 1523"/>
                <a:gd name="T43" fmla="*/ 695 h 721"/>
                <a:gd name="T44" fmla="*/ 1503 w 1523"/>
                <a:gd name="T45" fmla="*/ 683 h 721"/>
                <a:gd name="T46" fmla="*/ 1513 w 1523"/>
                <a:gd name="T47" fmla="*/ 672 h 721"/>
                <a:gd name="T48" fmla="*/ 1519 w 1523"/>
                <a:gd name="T49" fmla="*/ 660 h 721"/>
                <a:gd name="T50" fmla="*/ 1522 w 1523"/>
                <a:gd name="T51" fmla="*/ 160 h 721"/>
                <a:gd name="T52" fmla="*/ 1517 w 1523"/>
                <a:gd name="T53" fmla="*/ 148 h 721"/>
                <a:gd name="T54" fmla="*/ 1509 w 1523"/>
                <a:gd name="T55" fmla="*/ 136 h 721"/>
                <a:gd name="T56" fmla="*/ 1497 w 1523"/>
                <a:gd name="T57" fmla="*/ 126 h 721"/>
                <a:gd name="T58" fmla="*/ 1483 w 1523"/>
                <a:gd name="T59" fmla="*/ 115 h 721"/>
                <a:gd name="T60" fmla="*/ 1465 w 1523"/>
                <a:gd name="T61" fmla="*/ 107 h 721"/>
                <a:gd name="T62" fmla="*/ 1446 w 1523"/>
                <a:gd name="T63" fmla="*/ 100 h 721"/>
                <a:gd name="T64" fmla="*/ 1425 w 1523"/>
                <a:gd name="T65" fmla="*/ 95 h 721"/>
                <a:gd name="T66" fmla="*/ 1403 w 1523"/>
                <a:gd name="T67" fmla="*/ 92 h 721"/>
                <a:gd name="T68" fmla="*/ 1399 w 1523"/>
                <a:gd name="T69" fmla="*/ 0 h 721"/>
                <a:gd name="T70" fmla="*/ 119 w 1523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23"/>
                <a:gd name="T109" fmla="*/ 0 h 721"/>
                <a:gd name="T110" fmla="*/ 1523 w 152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23" h="721">
                  <a:moveTo>
                    <a:pt x="119" y="92"/>
                  </a:moveTo>
                  <a:lnTo>
                    <a:pt x="107" y="94"/>
                  </a:lnTo>
                  <a:lnTo>
                    <a:pt x="95" y="95"/>
                  </a:lnTo>
                  <a:lnTo>
                    <a:pt x="84" y="98"/>
                  </a:lnTo>
                  <a:lnTo>
                    <a:pt x="74" y="100"/>
                  </a:lnTo>
                  <a:lnTo>
                    <a:pt x="64" y="104"/>
                  </a:lnTo>
                  <a:lnTo>
                    <a:pt x="54" y="107"/>
                  </a:lnTo>
                  <a:lnTo>
                    <a:pt x="46" y="111"/>
                  </a:lnTo>
                  <a:lnTo>
                    <a:pt x="38" y="115"/>
                  </a:lnTo>
                  <a:lnTo>
                    <a:pt x="30" y="121"/>
                  </a:lnTo>
                  <a:lnTo>
                    <a:pt x="23" y="126"/>
                  </a:lnTo>
                  <a:lnTo>
                    <a:pt x="17" y="131"/>
                  </a:lnTo>
                  <a:lnTo>
                    <a:pt x="12" y="136"/>
                  </a:lnTo>
                  <a:lnTo>
                    <a:pt x="7" y="142"/>
                  </a:lnTo>
                  <a:lnTo>
                    <a:pt x="4" y="148"/>
                  </a:lnTo>
                  <a:lnTo>
                    <a:pt x="1" y="154"/>
                  </a:lnTo>
                  <a:lnTo>
                    <a:pt x="0" y="160"/>
                  </a:lnTo>
                  <a:lnTo>
                    <a:pt x="0" y="652"/>
                  </a:lnTo>
                  <a:lnTo>
                    <a:pt x="1" y="660"/>
                  </a:lnTo>
                  <a:lnTo>
                    <a:pt x="4" y="666"/>
                  </a:lnTo>
                  <a:lnTo>
                    <a:pt x="7" y="672"/>
                  </a:lnTo>
                  <a:lnTo>
                    <a:pt x="12" y="677"/>
                  </a:lnTo>
                  <a:lnTo>
                    <a:pt x="17" y="683"/>
                  </a:lnTo>
                  <a:lnTo>
                    <a:pt x="23" y="689"/>
                  </a:lnTo>
                  <a:lnTo>
                    <a:pt x="30" y="695"/>
                  </a:lnTo>
                  <a:lnTo>
                    <a:pt x="38" y="699"/>
                  </a:lnTo>
                  <a:lnTo>
                    <a:pt x="46" y="703"/>
                  </a:lnTo>
                  <a:lnTo>
                    <a:pt x="54" y="707"/>
                  </a:lnTo>
                  <a:lnTo>
                    <a:pt x="64" y="711"/>
                  </a:lnTo>
                  <a:lnTo>
                    <a:pt x="74" y="714"/>
                  </a:lnTo>
                  <a:lnTo>
                    <a:pt x="84" y="716"/>
                  </a:lnTo>
                  <a:lnTo>
                    <a:pt x="95" y="718"/>
                  </a:lnTo>
                  <a:lnTo>
                    <a:pt x="107" y="720"/>
                  </a:lnTo>
                  <a:lnTo>
                    <a:pt x="119" y="720"/>
                  </a:lnTo>
                  <a:lnTo>
                    <a:pt x="1403" y="720"/>
                  </a:lnTo>
                  <a:lnTo>
                    <a:pt x="1413" y="720"/>
                  </a:lnTo>
                  <a:lnTo>
                    <a:pt x="1425" y="718"/>
                  </a:lnTo>
                  <a:lnTo>
                    <a:pt x="1435" y="716"/>
                  </a:lnTo>
                  <a:lnTo>
                    <a:pt x="1446" y="714"/>
                  </a:lnTo>
                  <a:lnTo>
                    <a:pt x="1455" y="711"/>
                  </a:lnTo>
                  <a:lnTo>
                    <a:pt x="1465" y="707"/>
                  </a:lnTo>
                  <a:lnTo>
                    <a:pt x="1474" y="703"/>
                  </a:lnTo>
                  <a:lnTo>
                    <a:pt x="1483" y="699"/>
                  </a:lnTo>
                  <a:lnTo>
                    <a:pt x="1490" y="695"/>
                  </a:lnTo>
                  <a:lnTo>
                    <a:pt x="1497" y="689"/>
                  </a:lnTo>
                  <a:lnTo>
                    <a:pt x="1503" y="683"/>
                  </a:lnTo>
                  <a:lnTo>
                    <a:pt x="1509" y="677"/>
                  </a:lnTo>
                  <a:lnTo>
                    <a:pt x="1513" y="672"/>
                  </a:lnTo>
                  <a:lnTo>
                    <a:pt x="1517" y="666"/>
                  </a:lnTo>
                  <a:lnTo>
                    <a:pt x="1519" y="660"/>
                  </a:lnTo>
                  <a:lnTo>
                    <a:pt x="1522" y="652"/>
                  </a:lnTo>
                  <a:lnTo>
                    <a:pt x="1522" y="160"/>
                  </a:lnTo>
                  <a:lnTo>
                    <a:pt x="1519" y="154"/>
                  </a:lnTo>
                  <a:lnTo>
                    <a:pt x="1517" y="148"/>
                  </a:lnTo>
                  <a:lnTo>
                    <a:pt x="1513" y="142"/>
                  </a:lnTo>
                  <a:lnTo>
                    <a:pt x="1509" y="136"/>
                  </a:lnTo>
                  <a:lnTo>
                    <a:pt x="1503" y="131"/>
                  </a:lnTo>
                  <a:lnTo>
                    <a:pt x="1497" y="126"/>
                  </a:lnTo>
                  <a:lnTo>
                    <a:pt x="1490" y="121"/>
                  </a:lnTo>
                  <a:lnTo>
                    <a:pt x="1483" y="115"/>
                  </a:lnTo>
                  <a:lnTo>
                    <a:pt x="1474" y="111"/>
                  </a:lnTo>
                  <a:lnTo>
                    <a:pt x="1465" y="107"/>
                  </a:lnTo>
                  <a:lnTo>
                    <a:pt x="1455" y="104"/>
                  </a:lnTo>
                  <a:lnTo>
                    <a:pt x="1446" y="100"/>
                  </a:lnTo>
                  <a:lnTo>
                    <a:pt x="1435" y="98"/>
                  </a:lnTo>
                  <a:lnTo>
                    <a:pt x="1425" y="95"/>
                  </a:lnTo>
                  <a:lnTo>
                    <a:pt x="1413" y="94"/>
                  </a:lnTo>
                  <a:lnTo>
                    <a:pt x="1403" y="92"/>
                  </a:lnTo>
                  <a:lnTo>
                    <a:pt x="1292" y="92"/>
                  </a:lnTo>
                  <a:lnTo>
                    <a:pt x="1399" y="0"/>
                  </a:lnTo>
                  <a:lnTo>
                    <a:pt x="1140" y="92"/>
                  </a:lnTo>
                  <a:lnTo>
                    <a:pt x="119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5074" name="Text Box 455"/>
            <p:cNvSpPr txBox="1">
              <a:spLocks noChangeArrowheads="1"/>
            </p:cNvSpPr>
            <p:nvPr/>
          </p:nvSpPr>
          <p:spPr bwMode="auto">
            <a:xfrm>
              <a:off x="1673" y="3225"/>
              <a:ext cx="1299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www.nominum.com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CB757E68-6662-BAD9-ED3F-341F61361DB5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11622358"/>
      </p:ext>
    </p:extLst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8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5487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88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9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1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2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4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5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6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7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8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99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0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01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02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0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1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12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059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5384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5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86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87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91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2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3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4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5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6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7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8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99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0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1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2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3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5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6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7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8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09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0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5467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8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9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0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1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2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3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4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5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6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7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8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79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0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1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2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3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4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5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86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1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2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3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4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5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16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5447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8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9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0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1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2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3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4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5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6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7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8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59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0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1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2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3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4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5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66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17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8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19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0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1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422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5427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8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29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0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1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2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3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4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5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6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7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8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39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0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1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2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3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4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5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446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423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4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26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5281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2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3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4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88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89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0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1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2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3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4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5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6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7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8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99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0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2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3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4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5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6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07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5364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5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6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7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8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9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0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1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2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3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4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5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6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7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8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79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0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1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2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83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08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09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0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1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2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3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5344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5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6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7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8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9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0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1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2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3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4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5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6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7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8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59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0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1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2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63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14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5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6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7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18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319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5324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5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6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7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8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29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0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1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2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3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4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5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6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7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8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39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0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1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2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343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320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1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23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2" name="Rectangle 23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5063" name="Text Box 23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5064" name="Text Box 240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65" name="Text Box 24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6" name="Group 242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5178" name="AutoShape 243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79" name="AutoShape 244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0" name="Line 245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1" name="Freeform 246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247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248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Line 249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85" name="AutoShape 250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6" name="AutoShape 251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7" name="AutoShape 252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8" name="AutoShape 253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89" name="AutoShape 254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0" name="AutoShape 255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1" name="AutoShape 256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2" name="AutoShape 257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3" name="AutoShape 258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4" name="AutoShape 259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5" name="Oval 260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6" name="Oval 261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7" name="Freeform 262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AutoShape 263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99" name="AutoShape 264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0" name="AutoShape 265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1" name="AutoShape 266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2" name="AutoShape 267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3" name="AutoShape 268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04" name="Group 269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5261" name="Line 270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2" name="Line 271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3" name="Line 272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4" name="Line 273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5" name="Line 274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6" name="Line 275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7" name="Line 276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8" name="Line 277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9" name="Line 278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0" name="Line 279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1" name="Line 280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2" name="Line 281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3" name="Line 282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4" name="Line 283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5" name="Line 284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6" name="Line 285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7" name="Line 286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8" name="Line 287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79" name="Line 288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80" name="Line 289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05" name="AutoShape 290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6" name="AutoShape 291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7" name="AutoShape 292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8" name="AutoShape 293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09" name="AutoShape 294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0" name="Group 295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5241" name="Line 296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2" name="Line 297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3" name="Line 298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4" name="Line 299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5" name="Line 300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6" name="Line 301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7" name="Line 302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8" name="Line 303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9" name="Line 304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0" name="Line 305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1" name="Line 306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2" name="Line 307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3" name="Line 308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4" name="Line 309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5" name="Line 310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6" name="Line 311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7" name="Line 312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8" name="Line 313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59" name="Line 314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60" name="Line 315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1" name="AutoShape 316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2" name="AutoShape 317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3" name="AutoShape 318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4" name="AutoShape 319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5" name="AutoShape 320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216" name="Group 321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5221" name="Line 322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2" name="Line 323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3" name="Line 324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4" name="Line 325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5" name="Line 326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6" name="Line 327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7" name="Line 328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8" name="Line 329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29" name="Line 330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0" name="Line 331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1" name="Line 332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2" name="Line 333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3" name="Line 334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4" name="Line 335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5" name="Line 336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6" name="Line 337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7" name="Line 338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8" name="Line 339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39" name="Line 340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240" name="Line 341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217" name="AutoShape 342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18" name="Freeform 343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AutoShape 344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220" name="Freeform 345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7" name="Text Box 34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5068" name="Group 347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5075" name="AutoShape 348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6" name="AutoShape 349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77" name="Line 350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78" name="Freeform 351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352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353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Line 354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82" name="AutoShape 355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3" name="AutoShape 356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4" name="AutoShape 357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5" name="AutoShape 358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6" name="AutoShape 359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7" name="AutoShape 360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8" name="AutoShape 361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89" name="AutoShape 362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0" name="AutoShape 363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1" name="AutoShape 364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2" name="Oval 365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3" name="Oval 366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4" name="Freeform 367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AutoShape 368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6" name="AutoShape 369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7" name="AutoShape 370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8" name="AutoShape 371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99" name="AutoShape 372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0" name="AutoShape 373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1" name="Group 374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5158" name="Line 375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9" name="Line 376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0" name="Line 377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1" name="Line 378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2" name="Line 379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3" name="Line 380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4" name="Line 381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5" name="Line 382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6" name="Line 383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7" name="Line 384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8" name="Line 385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69" name="Line 386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0" name="Line 387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1" name="Line 388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2" name="Line 389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3" name="Line 390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4" name="Line 391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5" name="Line 392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6" name="Line 393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77" name="Line 394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2" name="AutoShape 395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3" name="AutoShape 396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4" name="AutoShape 397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5" name="AutoShape 398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6" name="AutoShape 399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07" name="Group 400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5138" name="Line 401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9" name="Line 402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0" name="Line 403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1" name="Line 404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2" name="Line 405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3" name="Line 406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4" name="Line 407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5" name="Line 408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6" name="Line 409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7" name="Line 410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8" name="Line 411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49" name="Line 412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0" name="Line 413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1" name="Line 414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2" name="Line 415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3" name="Line 416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4" name="Line 417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5" name="Line 418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6" name="Line 419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57" name="Line 420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08" name="AutoShape 421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09" name="AutoShape 422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0" name="AutoShape 423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1" name="AutoShape 424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2" name="AutoShape 425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5113" name="Group 426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5118" name="Line 427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19" name="Line 428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0" name="Line 429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1" name="Line 430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2" name="Line 431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3" name="Line 432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4" name="Line 433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5" name="Line 434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6" name="Line 435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7" name="Line 436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8" name="Line 437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29" name="Line 438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0" name="Line 439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1" name="Line 440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2" name="Line 441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3" name="Line 442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4" name="Line 443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5" name="Line 444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6" name="Line 445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5137" name="Line 446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5114" name="AutoShape 447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5" name="Freeform 448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AutoShape 449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117" name="Freeform 450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9" name="Text Box 451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5070" name="Text Box 452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213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19" name="Group 453"/>
          <p:cNvGrpSpPr>
            <a:grpSpLocks/>
          </p:cNvGrpSpPr>
          <p:nvPr>
            <p:custDataLst>
              <p:tags r:id="rId14"/>
            </p:custDataLst>
          </p:nvPr>
        </p:nvGrpSpPr>
        <p:grpSpPr bwMode="auto">
          <a:xfrm>
            <a:off x="3733800" y="4495800"/>
            <a:ext cx="2198688" cy="1011238"/>
            <a:chOff x="1548" y="3082"/>
            <a:chExt cx="1523" cy="721"/>
          </a:xfrm>
        </p:grpSpPr>
        <p:sp>
          <p:nvSpPr>
            <p:cNvPr id="45073" name="Freeform 454"/>
            <p:cNvSpPr>
              <a:spLocks/>
            </p:cNvSpPr>
            <p:nvPr/>
          </p:nvSpPr>
          <p:spPr bwMode="auto">
            <a:xfrm>
              <a:off x="1548" y="3082"/>
              <a:ext cx="1523" cy="721"/>
            </a:xfrm>
            <a:custGeom>
              <a:avLst/>
              <a:gdLst>
                <a:gd name="T0" fmla="*/ 107 w 1523"/>
                <a:gd name="T1" fmla="*/ 94 h 721"/>
                <a:gd name="T2" fmla="*/ 84 w 1523"/>
                <a:gd name="T3" fmla="*/ 98 h 721"/>
                <a:gd name="T4" fmla="*/ 64 w 1523"/>
                <a:gd name="T5" fmla="*/ 104 h 721"/>
                <a:gd name="T6" fmla="*/ 46 w 1523"/>
                <a:gd name="T7" fmla="*/ 111 h 721"/>
                <a:gd name="T8" fmla="*/ 30 w 1523"/>
                <a:gd name="T9" fmla="*/ 121 h 721"/>
                <a:gd name="T10" fmla="*/ 17 w 1523"/>
                <a:gd name="T11" fmla="*/ 131 h 721"/>
                <a:gd name="T12" fmla="*/ 7 w 1523"/>
                <a:gd name="T13" fmla="*/ 142 h 721"/>
                <a:gd name="T14" fmla="*/ 1 w 1523"/>
                <a:gd name="T15" fmla="*/ 154 h 721"/>
                <a:gd name="T16" fmla="*/ 0 w 1523"/>
                <a:gd name="T17" fmla="*/ 652 h 721"/>
                <a:gd name="T18" fmla="*/ 4 w 1523"/>
                <a:gd name="T19" fmla="*/ 666 h 721"/>
                <a:gd name="T20" fmla="*/ 12 w 1523"/>
                <a:gd name="T21" fmla="*/ 677 h 721"/>
                <a:gd name="T22" fmla="*/ 23 w 1523"/>
                <a:gd name="T23" fmla="*/ 689 h 721"/>
                <a:gd name="T24" fmla="*/ 38 w 1523"/>
                <a:gd name="T25" fmla="*/ 699 h 721"/>
                <a:gd name="T26" fmla="*/ 54 w 1523"/>
                <a:gd name="T27" fmla="*/ 707 h 721"/>
                <a:gd name="T28" fmla="*/ 74 w 1523"/>
                <a:gd name="T29" fmla="*/ 714 h 721"/>
                <a:gd name="T30" fmla="*/ 95 w 1523"/>
                <a:gd name="T31" fmla="*/ 718 h 721"/>
                <a:gd name="T32" fmla="*/ 119 w 1523"/>
                <a:gd name="T33" fmla="*/ 720 h 721"/>
                <a:gd name="T34" fmla="*/ 1413 w 1523"/>
                <a:gd name="T35" fmla="*/ 720 h 721"/>
                <a:gd name="T36" fmla="*/ 1435 w 1523"/>
                <a:gd name="T37" fmla="*/ 716 h 721"/>
                <a:gd name="T38" fmla="*/ 1455 w 1523"/>
                <a:gd name="T39" fmla="*/ 711 h 721"/>
                <a:gd name="T40" fmla="*/ 1474 w 1523"/>
                <a:gd name="T41" fmla="*/ 703 h 721"/>
                <a:gd name="T42" fmla="*/ 1490 w 1523"/>
                <a:gd name="T43" fmla="*/ 695 h 721"/>
                <a:gd name="T44" fmla="*/ 1503 w 1523"/>
                <a:gd name="T45" fmla="*/ 683 h 721"/>
                <a:gd name="T46" fmla="*/ 1513 w 1523"/>
                <a:gd name="T47" fmla="*/ 672 h 721"/>
                <a:gd name="T48" fmla="*/ 1519 w 1523"/>
                <a:gd name="T49" fmla="*/ 660 h 721"/>
                <a:gd name="T50" fmla="*/ 1522 w 1523"/>
                <a:gd name="T51" fmla="*/ 160 h 721"/>
                <a:gd name="T52" fmla="*/ 1517 w 1523"/>
                <a:gd name="T53" fmla="*/ 148 h 721"/>
                <a:gd name="T54" fmla="*/ 1509 w 1523"/>
                <a:gd name="T55" fmla="*/ 136 h 721"/>
                <a:gd name="T56" fmla="*/ 1497 w 1523"/>
                <a:gd name="T57" fmla="*/ 126 h 721"/>
                <a:gd name="T58" fmla="*/ 1483 w 1523"/>
                <a:gd name="T59" fmla="*/ 115 h 721"/>
                <a:gd name="T60" fmla="*/ 1465 w 1523"/>
                <a:gd name="T61" fmla="*/ 107 h 721"/>
                <a:gd name="T62" fmla="*/ 1446 w 1523"/>
                <a:gd name="T63" fmla="*/ 100 h 721"/>
                <a:gd name="T64" fmla="*/ 1425 w 1523"/>
                <a:gd name="T65" fmla="*/ 95 h 721"/>
                <a:gd name="T66" fmla="*/ 1403 w 1523"/>
                <a:gd name="T67" fmla="*/ 92 h 721"/>
                <a:gd name="T68" fmla="*/ 1399 w 1523"/>
                <a:gd name="T69" fmla="*/ 0 h 721"/>
                <a:gd name="T70" fmla="*/ 119 w 1523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23"/>
                <a:gd name="T109" fmla="*/ 0 h 721"/>
                <a:gd name="T110" fmla="*/ 1523 w 152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23" h="721">
                  <a:moveTo>
                    <a:pt x="119" y="92"/>
                  </a:moveTo>
                  <a:lnTo>
                    <a:pt x="107" y="94"/>
                  </a:lnTo>
                  <a:lnTo>
                    <a:pt x="95" y="95"/>
                  </a:lnTo>
                  <a:lnTo>
                    <a:pt x="84" y="98"/>
                  </a:lnTo>
                  <a:lnTo>
                    <a:pt x="74" y="100"/>
                  </a:lnTo>
                  <a:lnTo>
                    <a:pt x="64" y="104"/>
                  </a:lnTo>
                  <a:lnTo>
                    <a:pt x="54" y="107"/>
                  </a:lnTo>
                  <a:lnTo>
                    <a:pt x="46" y="111"/>
                  </a:lnTo>
                  <a:lnTo>
                    <a:pt x="38" y="115"/>
                  </a:lnTo>
                  <a:lnTo>
                    <a:pt x="30" y="121"/>
                  </a:lnTo>
                  <a:lnTo>
                    <a:pt x="23" y="126"/>
                  </a:lnTo>
                  <a:lnTo>
                    <a:pt x="17" y="131"/>
                  </a:lnTo>
                  <a:lnTo>
                    <a:pt x="12" y="136"/>
                  </a:lnTo>
                  <a:lnTo>
                    <a:pt x="7" y="142"/>
                  </a:lnTo>
                  <a:lnTo>
                    <a:pt x="4" y="148"/>
                  </a:lnTo>
                  <a:lnTo>
                    <a:pt x="1" y="154"/>
                  </a:lnTo>
                  <a:lnTo>
                    <a:pt x="0" y="160"/>
                  </a:lnTo>
                  <a:lnTo>
                    <a:pt x="0" y="652"/>
                  </a:lnTo>
                  <a:lnTo>
                    <a:pt x="1" y="660"/>
                  </a:lnTo>
                  <a:lnTo>
                    <a:pt x="4" y="666"/>
                  </a:lnTo>
                  <a:lnTo>
                    <a:pt x="7" y="672"/>
                  </a:lnTo>
                  <a:lnTo>
                    <a:pt x="12" y="677"/>
                  </a:lnTo>
                  <a:lnTo>
                    <a:pt x="17" y="683"/>
                  </a:lnTo>
                  <a:lnTo>
                    <a:pt x="23" y="689"/>
                  </a:lnTo>
                  <a:lnTo>
                    <a:pt x="30" y="695"/>
                  </a:lnTo>
                  <a:lnTo>
                    <a:pt x="38" y="699"/>
                  </a:lnTo>
                  <a:lnTo>
                    <a:pt x="46" y="703"/>
                  </a:lnTo>
                  <a:lnTo>
                    <a:pt x="54" y="707"/>
                  </a:lnTo>
                  <a:lnTo>
                    <a:pt x="64" y="711"/>
                  </a:lnTo>
                  <a:lnTo>
                    <a:pt x="74" y="714"/>
                  </a:lnTo>
                  <a:lnTo>
                    <a:pt x="84" y="716"/>
                  </a:lnTo>
                  <a:lnTo>
                    <a:pt x="95" y="718"/>
                  </a:lnTo>
                  <a:lnTo>
                    <a:pt x="107" y="720"/>
                  </a:lnTo>
                  <a:lnTo>
                    <a:pt x="119" y="720"/>
                  </a:lnTo>
                  <a:lnTo>
                    <a:pt x="1403" y="720"/>
                  </a:lnTo>
                  <a:lnTo>
                    <a:pt x="1413" y="720"/>
                  </a:lnTo>
                  <a:lnTo>
                    <a:pt x="1425" y="718"/>
                  </a:lnTo>
                  <a:lnTo>
                    <a:pt x="1435" y="716"/>
                  </a:lnTo>
                  <a:lnTo>
                    <a:pt x="1446" y="714"/>
                  </a:lnTo>
                  <a:lnTo>
                    <a:pt x="1455" y="711"/>
                  </a:lnTo>
                  <a:lnTo>
                    <a:pt x="1465" y="707"/>
                  </a:lnTo>
                  <a:lnTo>
                    <a:pt x="1474" y="703"/>
                  </a:lnTo>
                  <a:lnTo>
                    <a:pt x="1483" y="699"/>
                  </a:lnTo>
                  <a:lnTo>
                    <a:pt x="1490" y="695"/>
                  </a:lnTo>
                  <a:lnTo>
                    <a:pt x="1497" y="689"/>
                  </a:lnTo>
                  <a:lnTo>
                    <a:pt x="1503" y="683"/>
                  </a:lnTo>
                  <a:lnTo>
                    <a:pt x="1509" y="677"/>
                  </a:lnTo>
                  <a:lnTo>
                    <a:pt x="1513" y="672"/>
                  </a:lnTo>
                  <a:lnTo>
                    <a:pt x="1517" y="666"/>
                  </a:lnTo>
                  <a:lnTo>
                    <a:pt x="1519" y="660"/>
                  </a:lnTo>
                  <a:lnTo>
                    <a:pt x="1522" y="652"/>
                  </a:lnTo>
                  <a:lnTo>
                    <a:pt x="1522" y="160"/>
                  </a:lnTo>
                  <a:lnTo>
                    <a:pt x="1519" y="154"/>
                  </a:lnTo>
                  <a:lnTo>
                    <a:pt x="1517" y="148"/>
                  </a:lnTo>
                  <a:lnTo>
                    <a:pt x="1513" y="142"/>
                  </a:lnTo>
                  <a:lnTo>
                    <a:pt x="1509" y="136"/>
                  </a:lnTo>
                  <a:lnTo>
                    <a:pt x="1503" y="131"/>
                  </a:lnTo>
                  <a:lnTo>
                    <a:pt x="1497" y="126"/>
                  </a:lnTo>
                  <a:lnTo>
                    <a:pt x="1490" y="121"/>
                  </a:lnTo>
                  <a:lnTo>
                    <a:pt x="1483" y="115"/>
                  </a:lnTo>
                  <a:lnTo>
                    <a:pt x="1474" y="111"/>
                  </a:lnTo>
                  <a:lnTo>
                    <a:pt x="1465" y="107"/>
                  </a:lnTo>
                  <a:lnTo>
                    <a:pt x="1455" y="104"/>
                  </a:lnTo>
                  <a:lnTo>
                    <a:pt x="1446" y="100"/>
                  </a:lnTo>
                  <a:lnTo>
                    <a:pt x="1435" y="98"/>
                  </a:lnTo>
                  <a:lnTo>
                    <a:pt x="1425" y="95"/>
                  </a:lnTo>
                  <a:lnTo>
                    <a:pt x="1413" y="94"/>
                  </a:lnTo>
                  <a:lnTo>
                    <a:pt x="1403" y="92"/>
                  </a:lnTo>
                  <a:lnTo>
                    <a:pt x="1292" y="92"/>
                  </a:lnTo>
                  <a:lnTo>
                    <a:pt x="1399" y="0"/>
                  </a:lnTo>
                  <a:lnTo>
                    <a:pt x="1140" y="92"/>
                  </a:lnTo>
                  <a:lnTo>
                    <a:pt x="119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5074" name="Text Box 455"/>
            <p:cNvSpPr txBox="1">
              <a:spLocks noChangeArrowheads="1"/>
            </p:cNvSpPr>
            <p:nvPr/>
          </p:nvSpPr>
          <p:spPr bwMode="auto">
            <a:xfrm>
              <a:off x="1673" y="3225"/>
              <a:ext cx="1299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www.nominum.com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68040" name="Line 456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4932364" y="3590925"/>
            <a:ext cx="1036637" cy="27305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B757E68-6662-BAD9-ED3F-341F61361DB5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11837713"/>
      </p:ext>
    </p:extLst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651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6083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6408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09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0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1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5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6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7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8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9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0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1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2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3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4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5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6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7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9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0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1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2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3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34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6491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2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3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4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5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6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7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8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9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0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1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2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3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4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5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6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7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8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9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10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35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6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7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8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9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0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6471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2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3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4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5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6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7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8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9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0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1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2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3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4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5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6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7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8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9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0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1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2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3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4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5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6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6451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2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3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4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5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6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7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8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9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0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1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2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3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4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5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6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7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8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9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0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7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8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50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6305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6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7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08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12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3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4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5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6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7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8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9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0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1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2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3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4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6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7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8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9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0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1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6388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9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0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1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2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3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4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5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6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7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8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9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0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1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2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3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4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5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6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7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2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3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4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5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6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7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6368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9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0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1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2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3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4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5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6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7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8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9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0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1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2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3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4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5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6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7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8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9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0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1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2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43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6348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49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0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1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2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3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4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5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6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7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8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9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0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1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2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3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4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5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6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7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44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5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7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88" name="Rectangle 242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6089" name="Text Box 24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6090" name="Text Box 24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1" name="Text Box 245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2" name="Group 246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620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2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628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2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626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624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3" name="Text Box 35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4" name="Group 351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609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618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2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616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3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614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5" name="Text Box 455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6" name="Text Box 45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C87355-ED55-F7E0-E7A4-CEDE33523B15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88804904"/>
      </p:ext>
    </p:extLst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651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6083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6408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09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0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1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5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6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7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8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9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0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1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2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3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4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5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6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7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9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0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1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2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3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34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6491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2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3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4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5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6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7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8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9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0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1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2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3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4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5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6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7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8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9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10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35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6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7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8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9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0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6471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2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3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4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5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6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7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8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9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0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1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2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3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4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5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6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7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8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9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0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1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2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3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4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5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6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6451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2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3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4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5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6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7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8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9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0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1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2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3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4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5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6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7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8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9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0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7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8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50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6305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6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7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08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12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3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4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5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6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7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8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9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0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1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2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3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4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6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7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8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9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0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1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6388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9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0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1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2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3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4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5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6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7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8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9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0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1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2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3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4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5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6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7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2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3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4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5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6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7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6368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9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0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1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2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3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4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5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6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7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8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9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0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1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2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3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4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5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6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7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8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9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0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1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2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43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6348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49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0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1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2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3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4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5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6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7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8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9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0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1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2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3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4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5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6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7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44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5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7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237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4894263" y="2486025"/>
            <a:ext cx="2197100" cy="1009650"/>
            <a:chOff x="2335" y="1582"/>
            <a:chExt cx="1523" cy="721"/>
          </a:xfrm>
        </p:grpSpPr>
        <p:sp>
          <p:nvSpPr>
            <p:cNvPr id="46303" name="Freeform 238"/>
            <p:cNvSpPr>
              <a:spLocks/>
            </p:cNvSpPr>
            <p:nvPr/>
          </p:nvSpPr>
          <p:spPr bwMode="auto">
            <a:xfrm>
              <a:off x="2335" y="1582"/>
              <a:ext cx="1523" cy="721"/>
            </a:xfrm>
            <a:custGeom>
              <a:avLst/>
              <a:gdLst>
                <a:gd name="T0" fmla="*/ 1413 w 1523"/>
                <a:gd name="T1" fmla="*/ 628 h 721"/>
                <a:gd name="T2" fmla="*/ 1435 w 1523"/>
                <a:gd name="T3" fmla="*/ 625 h 721"/>
                <a:gd name="T4" fmla="*/ 1455 w 1523"/>
                <a:gd name="T5" fmla="*/ 619 h 721"/>
                <a:gd name="T6" fmla="*/ 1474 w 1523"/>
                <a:gd name="T7" fmla="*/ 612 h 721"/>
                <a:gd name="T8" fmla="*/ 1490 w 1523"/>
                <a:gd name="T9" fmla="*/ 603 h 721"/>
                <a:gd name="T10" fmla="*/ 1503 w 1523"/>
                <a:gd name="T11" fmla="*/ 592 h 721"/>
                <a:gd name="T12" fmla="*/ 1513 w 1523"/>
                <a:gd name="T13" fmla="*/ 580 h 721"/>
                <a:gd name="T14" fmla="*/ 1519 w 1523"/>
                <a:gd name="T15" fmla="*/ 568 h 721"/>
                <a:gd name="T16" fmla="*/ 1522 w 1523"/>
                <a:gd name="T17" fmla="*/ 68 h 721"/>
                <a:gd name="T18" fmla="*/ 1517 w 1523"/>
                <a:gd name="T19" fmla="*/ 56 h 721"/>
                <a:gd name="T20" fmla="*/ 1509 w 1523"/>
                <a:gd name="T21" fmla="*/ 44 h 721"/>
                <a:gd name="T22" fmla="*/ 1497 w 1523"/>
                <a:gd name="T23" fmla="*/ 34 h 721"/>
                <a:gd name="T24" fmla="*/ 1483 w 1523"/>
                <a:gd name="T25" fmla="*/ 23 h 721"/>
                <a:gd name="T26" fmla="*/ 1465 w 1523"/>
                <a:gd name="T27" fmla="*/ 15 h 721"/>
                <a:gd name="T28" fmla="*/ 1446 w 1523"/>
                <a:gd name="T29" fmla="*/ 8 h 721"/>
                <a:gd name="T30" fmla="*/ 1425 w 1523"/>
                <a:gd name="T31" fmla="*/ 3 h 721"/>
                <a:gd name="T32" fmla="*/ 1403 w 1523"/>
                <a:gd name="T33" fmla="*/ 0 h 721"/>
                <a:gd name="T34" fmla="*/ 107 w 1523"/>
                <a:gd name="T35" fmla="*/ 2 h 721"/>
                <a:gd name="T36" fmla="*/ 84 w 1523"/>
                <a:gd name="T37" fmla="*/ 6 h 721"/>
                <a:gd name="T38" fmla="*/ 64 w 1523"/>
                <a:gd name="T39" fmla="*/ 12 h 721"/>
                <a:gd name="T40" fmla="*/ 46 w 1523"/>
                <a:gd name="T41" fmla="*/ 19 h 721"/>
                <a:gd name="T42" fmla="*/ 30 w 1523"/>
                <a:gd name="T43" fmla="*/ 29 h 721"/>
                <a:gd name="T44" fmla="*/ 17 w 1523"/>
                <a:gd name="T45" fmla="*/ 40 h 721"/>
                <a:gd name="T46" fmla="*/ 7 w 1523"/>
                <a:gd name="T47" fmla="*/ 50 h 721"/>
                <a:gd name="T48" fmla="*/ 2 w 1523"/>
                <a:gd name="T49" fmla="*/ 62 h 721"/>
                <a:gd name="T50" fmla="*/ 0 w 1523"/>
                <a:gd name="T51" fmla="*/ 560 h 721"/>
                <a:gd name="T52" fmla="*/ 4 w 1523"/>
                <a:gd name="T53" fmla="*/ 574 h 721"/>
                <a:gd name="T54" fmla="*/ 11 w 1523"/>
                <a:gd name="T55" fmla="*/ 586 h 721"/>
                <a:gd name="T56" fmla="*/ 23 w 1523"/>
                <a:gd name="T57" fmla="*/ 598 h 721"/>
                <a:gd name="T58" fmla="*/ 38 w 1523"/>
                <a:gd name="T59" fmla="*/ 607 h 721"/>
                <a:gd name="T60" fmla="*/ 54 w 1523"/>
                <a:gd name="T61" fmla="*/ 615 h 721"/>
                <a:gd name="T62" fmla="*/ 74 w 1523"/>
                <a:gd name="T63" fmla="*/ 622 h 721"/>
                <a:gd name="T64" fmla="*/ 95 w 1523"/>
                <a:gd name="T65" fmla="*/ 627 h 721"/>
                <a:gd name="T66" fmla="*/ 119 w 1523"/>
                <a:gd name="T67" fmla="*/ 628 h 721"/>
                <a:gd name="T68" fmla="*/ 123 w 1523"/>
                <a:gd name="T69" fmla="*/ 720 h 721"/>
                <a:gd name="T70" fmla="*/ 1403 w 1523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23"/>
                <a:gd name="T109" fmla="*/ 0 h 721"/>
                <a:gd name="T110" fmla="*/ 1523 w 152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23" h="721">
                  <a:moveTo>
                    <a:pt x="1403" y="628"/>
                  </a:moveTo>
                  <a:lnTo>
                    <a:pt x="1413" y="628"/>
                  </a:lnTo>
                  <a:lnTo>
                    <a:pt x="1425" y="627"/>
                  </a:lnTo>
                  <a:lnTo>
                    <a:pt x="1435" y="625"/>
                  </a:lnTo>
                  <a:lnTo>
                    <a:pt x="1446" y="622"/>
                  </a:lnTo>
                  <a:lnTo>
                    <a:pt x="1455" y="619"/>
                  </a:lnTo>
                  <a:lnTo>
                    <a:pt x="1465" y="615"/>
                  </a:lnTo>
                  <a:lnTo>
                    <a:pt x="1474" y="612"/>
                  </a:lnTo>
                  <a:lnTo>
                    <a:pt x="1483" y="607"/>
                  </a:lnTo>
                  <a:lnTo>
                    <a:pt x="1490" y="603"/>
                  </a:lnTo>
                  <a:lnTo>
                    <a:pt x="1497" y="598"/>
                  </a:lnTo>
                  <a:lnTo>
                    <a:pt x="1503" y="592"/>
                  </a:lnTo>
                  <a:lnTo>
                    <a:pt x="1509" y="586"/>
                  </a:lnTo>
                  <a:lnTo>
                    <a:pt x="1513" y="580"/>
                  </a:lnTo>
                  <a:lnTo>
                    <a:pt x="1517" y="574"/>
                  </a:lnTo>
                  <a:lnTo>
                    <a:pt x="1519" y="568"/>
                  </a:lnTo>
                  <a:lnTo>
                    <a:pt x="1522" y="560"/>
                  </a:lnTo>
                  <a:lnTo>
                    <a:pt x="1522" y="68"/>
                  </a:lnTo>
                  <a:lnTo>
                    <a:pt x="1519" y="62"/>
                  </a:lnTo>
                  <a:lnTo>
                    <a:pt x="1517" y="56"/>
                  </a:lnTo>
                  <a:lnTo>
                    <a:pt x="1513" y="50"/>
                  </a:lnTo>
                  <a:lnTo>
                    <a:pt x="1509" y="44"/>
                  </a:lnTo>
                  <a:lnTo>
                    <a:pt x="1503" y="40"/>
                  </a:lnTo>
                  <a:lnTo>
                    <a:pt x="1497" y="34"/>
                  </a:lnTo>
                  <a:lnTo>
                    <a:pt x="1490" y="29"/>
                  </a:lnTo>
                  <a:lnTo>
                    <a:pt x="1483" y="23"/>
                  </a:lnTo>
                  <a:lnTo>
                    <a:pt x="1474" y="19"/>
                  </a:lnTo>
                  <a:lnTo>
                    <a:pt x="1465" y="15"/>
                  </a:lnTo>
                  <a:lnTo>
                    <a:pt x="1455" y="12"/>
                  </a:lnTo>
                  <a:lnTo>
                    <a:pt x="1446" y="8"/>
                  </a:lnTo>
                  <a:lnTo>
                    <a:pt x="1435" y="6"/>
                  </a:lnTo>
                  <a:lnTo>
                    <a:pt x="1425" y="3"/>
                  </a:lnTo>
                  <a:lnTo>
                    <a:pt x="1413" y="2"/>
                  </a:lnTo>
                  <a:lnTo>
                    <a:pt x="1403" y="0"/>
                  </a:lnTo>
                  <a:lnTo>
                    <a:pt x="119" y="0"/>
                  </a:lnTo>
                  <a:lnTo>
                    <a:pt x="107" y="2"/>
                  </a:lnTo>
                  <a:lnTo>
                    <a:pt x="95" y="3"/>
                  </a:lnTo>
                  <a:lnTo>
                    <a:pt x="84" y="6"/>
                  </a:lnTo>
                  <a:lnTo>
                    <a:pt x="74" y="8"/>
                  </a:lnTo>
                  <a:lnTo>
                    <a:pt x="64" y="12"/>
                  </a:lnTo>
                  <a:lnTo>
                    <a:pt x="54" y="15"/>
                  </a:lnTo>
                  <a:lnTo>
                    <a:pt x="46" y="19"/>
                  </a:lnTo>
                  <a:lnTo>
                    <a:pt x="38" y="23"/>
                  </a:lnTo>
                  <a:lnTo>
                    <a:pt x="30" y="29"/>
                  </a:lnTo>
                  <a:lnTo>
                    <a:pt x="23" y="34"/>
                  </a:lnTo>
                  <a:lnTo>
                    <a:pt x="17" y="40"/>
                  </a:lnTo>
                  <a:lnTo>
                    <a:pt x="11" y="44"/>
                  </a:lnTo>
                  <a:lnTo>
                    <a:pt x="7" y="50"/>
                  </a:lnTo>
                  <a:lnTo>
                    <a:pt x="4" y="56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2" y="568"/>
                  </a:lnTo>
                  <a:lnTo>
                    <a:pt x="4" y="574"/>
                  </a:lnTo>
                  <a:lnTo>
                    <a:pt x="7" y="580"/>
                  </a:lnTo>
                  <a:lnTo>
                    <a:pt x="11" y="586"/>
                  </a:lnTo>
                  <a:lnTo>
                    <a:pt x="17" y="592"/>
                  </a:lnTo>
                  <a:lnTo>
                    <a:pt x="23" y="598"/>
                  </a:lnTo>
                  <a:lnTo>
                    <a:pt x="30" y="603"/>
                  </a:lnTo>
                  <a:lnTo>
                    <a:pt x="38" y="607"/>
                  </a:lnTo>
                  <a:lnTo>
                    <a:pt x="46" y="612"/>
                  </a:lnTo>
                  <a:lnTo>
                    <a:pt x="54" y="615"/>
                  </a:lnTo>
                  <a:lnTo>
                    <a:pt x="64" y="619"/>
                  </a:lnTo>
                  <a:lnTo>
                    <a:pt x="74" y="622"/>
                  </a:lnTo>
                  <a:lnTo>
                    <a:pt x="84" y="625"/>
                  </a:lnTo>
                  <a:lnTo>
                    <a:pt x="95" y="627"/>
                  </a:lnTo>
                  <a:lnTo>
                    <a:pt x="107" y="628"/>
                  </a:lnTo>
                  <a:lnTo>
                    <a:pt x="119" y="628"/>
                  </a:lnTo>
                  <a:lnTo>
                    <a:pt x="231" y="628"/>
                  </a:lnTo>
                  <a:lnTo>
                    <a:pt x="123" y="720"/>
                  </a:lnTo>
                  <a:lnTo>
                    <a:pt x="382" y="628"/>
                  </a:lnTo>
                  <a:lnTo>
                    <a:pt x="1403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6304" name="Text Box 239"/>
            <p:cNvSpPr txBox="1">
              <a:spLocks noChangeArrowheads="1"/>
            </p:cNvSpPr>
            <p:nvPr/>
          </p:nvSpPr>
          <p:spPr bwMode="auto">
            <a:xfrm>
              <a:off x="2495" y="1651"/>
              <a:ext cx="1299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www.nominum.com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6088" name="Rectangle 242"/>
          <p:cNvSpPr>
            <a:spLocks noGrp="1" noChangeArrowheads="1"/>
          </p:cNvSpPr>
          <p:nvPr>
            <p:ph type="body" idx="1"/>
            <p:custDataLst>
              <p:tags r:id="rId6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6089" name="Text Box 243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6090" name="Text Box 24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1" name="Text Box 245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2" name="Group 246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620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2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628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2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626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624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3" name="Text Box 35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4" name="Group 351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609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618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2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616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3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614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5" name="Text Box 45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6" name="Text Box 45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C87355-ED55-F7E0-E7A4-CEDE33523B15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7339258"/>
      </p:ext>
    </p:extLst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2" name="Group 2"/>
          <p:cNvGrpSpPr>
            <a:grpSpLocks/>
          </p:cNvGrpSpPr>
          <p:nvPr>
            <p:custDataLst>
              <p:tags r:id="rId2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6511" name="AutoShape 3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2" name="Freeform 4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5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6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7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8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AutoShape 9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8" name="AutoShape 10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19" name="AutoShape 11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0" name="AutoShape 12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1" name="AutoShape 13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2" name="AutoShape 14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3" name="Line 15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4" name="Line 16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25" name="AutoShape 17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26" name="Freeform 18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19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20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21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22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23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24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AutoShape 25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4" name="AutoShape 26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5" name="AutoShape 27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36" name="AutoShape 28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6083" name="Group 29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6408" name="AutoShape 30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09" name="AutoShape 31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0" name="Line 32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1" name="Freeform 33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4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5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Line 36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15" name="AutoShape 37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6" name="AutoShape 38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7" name="AutoShape 39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8" name="AutoShape 40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19" name="AutoShape 41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0" name="AutoShape 42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1" name="AutoShape 43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2" name="AutoShape 44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3" name="AutoShape 45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4" name="AutoShape 46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5" name="Oval 47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6" name="Oval 48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7" name="Freeform 49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AutoShape 50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29" name="AutoShape 51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0" name="AutoShape 52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1" name="AutoShape 53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2" name="AutoShape 54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3" name="AutoShape 55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34" name="Group 56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6491" name="Line 57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2" name="Line 58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3" name="Line 59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4" name="Line 60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5" name="Line 61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6" name="Line 62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7" name="Line 63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8" name="Line 64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9" name="Line 65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0" name="Line 66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1" name="Line 67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2" name="Line 68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3" name="Line 69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4" name="Line 70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5" name="Line 71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6" name="Line 72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7" name="Line 73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8" name="Line 74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09" name="Line 75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510" name="Line 76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35" name="AutoShape 77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6" name="AutoShape 78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7" name="AutoShape 79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8" name="AutoShape 80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39" name="AutoShape 81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0" name="Group 82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6471" name="Line 83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2" name="Line 84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3" name="Line 85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4" name="Line 86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5" name="Line 87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6" name="Line 88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7" name="Line 89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8" name="Line 90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9" name="Line 91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0" name="Line 92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1" name="Line 93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2" name="Line 94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3" name="Line 95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4" name="Line 96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5" name="Line 97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6" name="Line 98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7" name="Line 99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8" name="Line 100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89" name="Line 101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90" name="Line 102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1" name="AutoShape 103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2" name="AutoShape 104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3" name="AutoShape 105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4" name="AutoShape 106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5" name="AutoShape 107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446" name="Group 108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6451" name="Line 109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2" name="Line 110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3" name="Line 111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4" name="Line 112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5" name="Line 113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6" name="Line 114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7" name="Line 115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8" name="Line 116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59" name="Line 117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0" name="Line 118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1" name="Line 119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2" name="Line 120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3" name="Line 121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4" name="Line 122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5" name="Line 123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6" name="Line 124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7" name="Line 125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8" name="Line 126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69" name="Line 127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70" name="Line 128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447" name="AutoShape 129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48" name="Freeform 130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AutoShape 131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50" name="Freeform 132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133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6305" name="AutoShape 134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6" name="AutoShape 135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07" name="Line 136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08" name="Freeform 137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138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139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Line 140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12" name="AutoShape 141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3" name="AutoShape 142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4" name="AutoShape 143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5" name="AutoShape 144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6" name="AutoShape 145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7" name="AutoShape 146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8" name="AutoShape 147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19" name="AutoShape 148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0" name="AutoShape 149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1" name="AutoShape 150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2" name="Oval 151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3" name="Oval 152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4" name="Freeform 153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AutoShape 154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6" name="AutoShape 155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7" name="AutoShape 156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8" name="AutoShape 157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29" name="AutoShape 158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0" name="AutoShape 159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1" name="Group 160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6388" name="Line 161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9" name="Line 162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0" name="Line 163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1" name="Line 164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2" name="Line 165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3" name="Line 166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4" name="Line 167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5" name="Line 168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6" name="Line 169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7" name="Line 170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8" name="Line 171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99" name="Line 172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0" name="Line 173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1" name="Line 174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2" name="Line 175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3" name="Line 176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4" name="Line 177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5" name="Line 178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6" name="Line 179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407" name="Line 180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2" name="AutoShape 181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3" name="AutoShape 182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4" name="AutoShape 183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5" name="AutoShape 184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6" name="AutoShape 185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37" name="Group 186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6368" name="Line 187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9" name="Line 188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0" name="Line 189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1" name="Line 190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2" name="Line 191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3" name="Line 192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4" name="Line 193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5" name="Line 194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6" name="Line 195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7" name="Line 196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8" name="Line 197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79" name="Line 198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0" name="Line 199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1" name="Line 200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2" name="Line 201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3" name="Line 202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4" name="Line 203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5" name="Line 204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6" name="Line 205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87" name="Line 206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38" name="AutoShape 207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39" name="AutoShape 208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0" name="AutoShape 209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1" name="AutoShape 210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2" name="AutoShape 211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343" name="Group 212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6348" name="Line 213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49" name="Line 214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0" name="Line 215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1" name="Line 216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2" name="Line 217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3" name="Line 218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4" name="Line 219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5" name="Line 220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6" name="Line 221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7" name="Line 222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8" name="Line 223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59" name="Line 224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0" name="Line 225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1" name="Line 226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2" name="Line 227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3" name="Line 228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4" name="Line 229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5" name="Line 230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6" name="Line 231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67" name="Line 232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344" name="AutoShape 233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5" name="Freeform 234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AutoShape 235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347" name="Freeform 236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237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4894263" y="2486025"/>
            <a:ext cx="2197100" cy="1009650"/>
            <a:chOff x="2335" y="1582"/>
            <a:chExt cx="1523" cy="721"/>
          </a:xfrm>
        </p:grpSpPr>
        <p:sp>
          <p:nvSpPr>
            <p:cNvPr id="46303" name="Freeform 238"/>
            <p:cNvSpPr>
              <a:spLocks/>
            </p:cNvSpPr>
            <p:nvPr/>
          </p:nvSpPr>
          <p:spPr bwMode="auto">
            <a:xfrm>
              <a:off x="2335" y="1582"/>
              <a:ext cx="1523" cy="721"/>
            </a:xfrm>
            <a:custGeom>
              <a:avLst/>
              <a:gdLst>
                <a:gd name="T0" fmla="*/ 1413 w 1523"/>
                <a:gd name="T1" fmla="*/ 628 h 721"/>
                <a:gd name="T2" fmla="*/ 1435 w 1523"/>
                <a:gd name="T3" fmla="*/ 625 h 721"/>
                <a:gd name="T4" fmla="*/ 1455 w 1523"/>
                <a:gd name="T5" fmla="*/ 619 h 721"/>
                <a:gd name="T6" fmla="*/ 1474 w 1523"/>
                <a:gd name="T7" fmla="*/ 612 h 721"/>
                <a:gd name="T8" fmla="*/ 1490 w 1523"/>
                <a:gd name="T9" fmla="*/ 603 h 721"/>
                <a:gd name="T10" fmla="*/ 1503 w 1523"/>
                <a:gd name="T11" fmla="*/ 592 h 721"/>
                <a:gd name="T12" fmla="*/ 1513 w 1523"/>
                <a:gd name="T13" fmla="*/ 580 h 721"/>
                <a:gd name="T14" fmla="*/ 1519 w 1523"/>
                <a:gd name="T15" fmla="*/ 568 h 721"/>
                <a:gd name="T16" fmla="*/ 1522 w 1523"/>
                <a:gd name="T17" fmla="*/ 68 h 721"/>
                <a:gd name="T18" fmla="*/ 1517 w 1523"/>
                <a:gd name="T19" fmla="*/ 56 h 721"/>
                <a:gd name="T20" fmla="*/ 1509 w 1523"/>
                <a:gd name="T21" fmla="*/ 44 h 721"/>
                <a:gd name="T22" fmla="*/ 1497 w 1523"/>
                <a:gd name="T23" fmla="*/ 34 h 721"/>
                <a:gd name="T24" fmla="*/ 1483 w 1523"/>
                <a:gd name="T25" fmla="*/ 23 h 721"/>
                <a:gd name="T26" fmla="*/ 1465 w 1523"/>
                <a:gd name="T27" fmla="*/ 15 h 721"/>
                <a:gd name="T28" fmla="*/ 1446 w 1523"/>
                <a:gd name="T29" fmla="*/ 8 h 721"/>
                <a:gd name="T30" fmla="*/ 1425 w 1523"/>
                <a:gd name="T31" fmla="*/ 3 h 721"/>
                <a:gd name="T32" fmla="*/ 1403 w 1523"/>
                <a:gd name="T33" fmla="*/ 0 h 721"/>
                <a:gd name="T34" fmla="*/ 107 w 1523"/>
                <a:gd name="T35" fmla="*/ 2 h 721"/>
                <a:gd name="T36" fmla="*/ 84 w 1523"/>
                <a:gd name="T37" fmla="*/ 6 h 721"/>
                <a:gd name="T38" fmla="*/ 64 w 1523"/>
                <a:gd name="T39" fmla="*/ 12 h 721"/>
                <a:gd name="T40" fmla="*/ 46 w 1523"/>
                <a:gd name="T41" fmla="*/ 19 h 721"/>
                <a:gd name="T42" fmla="*/ 30 w 1523"/>
                <a:gd name="T43" fmla="*/ 29 h 721"/>
                <a:gd name="T44" fmla="*/ 17 w 1523"/>
                <a:gd name="T45" fmla="*/ 40 h 721"/>
                <a:gd name="T46" fmla="*/ 7 w 1523"/>
                <a:gd name="T47" fmla="*/ 50 h 721"/>
                <a:gd name="T48" fmla="*/ 2 w 1523"/>
                <a:gd name="T49" fmla="*/ 62 h 721"/>
                <a:gd name="T50" fmla="*/ 0 w 1523"/>
                <a:gd name="T51" fmla="*/ 560 h 721"/>
                <a:gd name="T52" fmla="*/ 4 w 1523"/>
                <a:gd name="T53" fmla="*/ 574 h 721"/>
                <a:gd name="T54" fmla="*/ 11 w 1523"/>
                <a:gd name="T55" fmla="*/ 586 h 721"/>
                <a:gd name="T56" fmla="*/ 23 w 1523"/>
                <a:gd name="T57" fmla="*/ 598 h 721"/>
                <a:gd name="T58" fmla="*/ 38 w 1523"/>
                <a:gd name="T59" fmla="*/ 607 h 721"/>
                <a:gd name="T60" fmla="*/ 54 w 1523"/>
                <a:gd name="T61" fmla="*/ 615 h 721"/>
                <a:gd name="T62" fmla="*/ 74 w 1523"/>
                <a:gd name="T63" fmla="*/ 622 h 721"/>
                <a:gd name="T64" fmla="*/ 95 w 1523"/>
                <a:gd name="T65" fmla="*/ 627 h 721"/>
                <a:gd name="T66" fmla="*/ 119 w 1523"/>
                <a:gd name="T67" fmla="*/ 628 h 721"/>
                <a:gd name="T68" fmla="*/ 123 w 1523"/>
                <a:gd name="T69" fmla="*/ 720 h 721"/>
                <a:gd name="T70" fmla="*/ 1403 w 1523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23"/>
                <a:gd name="T109" fmla="*/ 0 h 721"/>
                <a:gd name="T110" fmla="*/ 1523 w 152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23" h="721">
                  <a:moveTo>
                    <a:pt x="1403" y="628"/>
                  </a:moveTo>
                  <a:lnTo>
                    <a:pt x="1413" y="628"/>
                  </a:lnTo>
                  <a:lnTo>
                    <a:pt x="1425" y="627"/>
                  </a:lnTo>
                  <a:lnTo>
                    <a:pt x="1435" y="625"/>
                  </a:lnTo>
                  <a:lnTo>
                    <a:pt x="1446" y="622"/>
                  </a:lnTo>
                  <a:lnTo>
                    <a:pt x="1455" y="619"/>
                  </a:lnTo>
                  <a:lnTo>
                    <a:pt x="1465" y="615"/>
                  </a:lnTo>
                  <a:lnTo>
                    <a:pt x="1474" y="612"/>
                  </a:lnTo>
                  <a:lnTo>
                    <a:pt x="1483" y="607"/>
                  </a:lnTo>
                  <a:lnTo>
                    <a:pt x="1490" y="603"/>
                  </a:lnTo>
                  <a:lnTo>
                    <a:pt x="1497" y="598"/>
                  </a:lnTo>
                  <a:lnTo>
                    <a:pt x="1503" y="592"/>
                  </a:lnTo>
                  <a:lnTo>
                    <a:pt x="1509" y="586"/>
                  </a:lnTo>
                  <a:lnTo>
                    <a:pt x="1513" y="580"/>
                  </a:lnTo>
                  <a:lnTo>
                    <a:pt x="1517" y="574"/>
                  </a:lnTo>
                  <a:lnTo>
                    <a:pt x="1519" y="568"/>
                  </a:lnTo>
                  <a:lnTo>
                    <a:pt x="1522" y="560"/>
                  </a:lnTo>
                  <a:lnTo>
                    <a:pt x="1522" y="68"/>
                  </a:lnTo>
                  <a:lnTo>
                    <a:pt x="1519" y="62"/>
                  </a:lnTo>
                  <a:lnTo>
                    <a:pt x="1517" y="56"/>
                  </a:lnTo>
                  <a:lnTo>
                    <a:pt x="1513" y="50"/>
                  </a:lnTo>
                  <a:lnTo>
                    <a:pt x="1509" y="44"/>
                  </a:lnTo>
                  <a:lnTo>
                    <a:pt x="1503" y="40"/>
                  </a:lnTo>
                  <a:lnTo>
                    <a:pt x="1497" y="34"/>
                  </a:lnTo>
                  <a:lnTo>
                    <a:pt x="1490" y="29"/>
                  </a:lnTo>
                  <a:lnTo>
                    <a:pt x="1483" y="23"/>
                  </a:lnTo>
                  <a:lnTo>
                    <a:pt x="1474" y="19"/>
                  </a:lnTo>
                  <a:lnTo>
                    <a:pt x="1465" y="15"/>
                  </a:lnTo>
                  <a:lnTo>
                    <a:pt x="1455" y="12"/>
                  </a:lnTo>
                  <a:lnTo>
                    <a:pt x="1446" y="8"/>
                  </a:lnTo>
                  <a:lnTo>
                    <a:pt x="1435" y="6"/>
                  </a:lnTo>
                  <a:lnTo>
                    <a:pt x="1425" y="3"/>
                  </a:lnTo>
                  <a:lnTo>
                    <a:pt x="1413" y="2"/>
                  </a:lnTo>
                  <a:lnTo>
                    <a:pt x="1403" y="0"/>
                  </a:lnTo>
                  <a:lnTo>
                    <a:pt x="119" y="0"/>
                  </a:lnTo>
                  <a:lnTo>
                    <a:pt x="107" y="2"/>
                  </a:lnTo>
                  <a:lnTo>
                    <a:pt x="95" y="3"/>
                  </a:lnTo>
                  <a:lnTo>
                    <a:pt x="84" y="6"/>
                  </a:lnTo>
                  <a:lnTo>
                    <a:pt x="74" y="8"/>
                  </a:lnTo>
                  <a:lnTo>
                    <a:pt x="64" y="12"/>
                  </a:lnTo>
                  <a:lnTo>
                    <a:pt x="54" y="15"/>
                  </a:lnTo>
                  <a:lnTo>
                    <a:pt x="46" y="19"/>
                  </a:lnTo>
                  <a:lnTo>
                    <a:pt x="38" y="23"/>
                  </a:lnTo>
                  <a:lnTo>
                    <a:pt x="30" y="29"/>
                  </a:lnTo>
                  <a:lnTo>
                    <a:pt x="23" y="34"/>
                  </a:lnTo>
                  <a:lnTo>
                    <a:pt x="17" y="40"/>
                  </a:lnTo>
                  <a:lnTo>
                    <a:pt x="11" y="44"/>
                  </a:lnTo>
                  <a:lnTo>
                    <a:pt x="7" y="50"/>
                  </a:lnTo>
                  <a:lnTo>
                    <a:pt x="4" y="56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2" y="568"/>
                  </a:lnTo>
                  <a:lnTo>
                    <a:pt x="4" y="574"/>
                  </a:lnTo>
                  <a:lnTo>
                    <a:pt x="7" y="580"/>
                  </a:lnTo>
                  <a:lnTo>
                    <a:pt x="11" y="586"/>
                  </a:lnTo>
                  <a:lnTo>
                    <a:pt x="17" y="592"/>
                  </a:lnTo>
                  <a:lnTo>
                    <a:pt x="23" y="598"/>
                  </a:lnTo>
                  <a:lnTo>
                    <a:pt x="30" y="603"/>
                  </a:lnTo>
                  <a:lnTo>
                    <a:pt x="38" y="607"/>
                  </a:lnTo>
                  <a:lnTo>
                    <a:pt x="46" y="612"/>
                  </a:lnTo>
                  <a:lnTo>
                    <a:pt x="54" y="615"/>
                  </a:lnTo>
                  <a:lnTo>
                    <a:pt x="64" y="619"/>
                  </a:lnTo>
                  <a:lnTo>
                    <a:pt x="74" y="622"/>
                  </a:lnTo>
                  <a:lnTo>
                    <a:pt x="84" y="625"/>
                  </a:lnTo>
                  <a:lnTo>
                    <a:pt x="95" y="627"/>
                  </a:lnTo>
                  <a:lnTo>
                    <a:pt x="107" y="628"/>
                  </a:lnTo>
                  <a:lnTo>
                    <a:pt x="119" y="628"/>
                  </a:lnTo>
                  <a:lnTo>
                    <a:pt x="231" y="628"/>
                  </a:lnTo>
                  <a:lnTo>
                    <a:pt x="123" y="720"/>
                  </a:lnTo>
                  <a:lnTo>
                    <a:pt x="382" y="628"/>
                  </a:lnTo>
                  <a:lnTo>
                    <a:pt x="1403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6304" name="Text Box 239"/>
            <p:cNvSpPr txBox="1">
              <a:spLocks noChangeArrowheads="1"/>
            </p:cNvSpPr>
            <p:nvPr/>
          </p:nvSpPr>
          <p:spPr bwMode="auto">
            <a:xfrm>
              <a:off x="2495" y="1651"/>
              <a:ext cx="1299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www.nominum.com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68848" name="Line 240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V="1">
            <a:off x="3341688" y="3671888"/>
            <a:ext cx="571500" cy="7747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088" name="Rectangle 242"/>
          <p:cNvSpPr>
            <a:spLocks noGrp="1" noChangeArrowheads="1"/>
          </p:cNvSpPr>
          <p:nvPr>
            <p:ph type="body" idx="1"/>
            <p:custDataLst>
              <p:tags r:id="rId7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www.nominum.com’s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sp>
        <p:nvSpPr>
          <p:cNvPr id="46089" name="Text Box 243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www.nominum.com.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6090" name="Text Box 24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1" name="Text Box 245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2" name="Group 246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620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0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0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1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2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628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9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30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2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2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626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7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8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3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23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624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4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5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26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23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24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3" name="Text Box 350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6094" name="Group 351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609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9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0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0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1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618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8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9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2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2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2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616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6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7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613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614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4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5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613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3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5" name="Text Box 45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6096" name="Text Box 456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C87355-ED55-F7E0-E7A4-CEDE33523B15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03339358"/>
      </p:ext>
    </p:extLst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DNS responses are cached </a:t>
            </a:r>
          </a:p>
          <a:p>
            <a:pPr lvl="1"/>
            <a:r>
              <a:rPr lang="en-US" dirty="0"/>
              <a:t>Enables responding to the same query fast </a:t>
            </a:r>
            <a:br>
              <a:rPr lang="en-US" dirty="0"/>
            </a:br>
            <a:endParaRPr lang="en-US" dirty="0"/>
          </a:p>
          <a:p>
            <a:r>
              <a:rPr lang="en-US" dirty="0"/>
              <a:t>Negative results are cached too </a:t>
            </a:r>
          </a:p>
          <a:p>
            <a:pPr lvl="1"/>
            <a:r>
              <a:rPr lang="en-US" dirty="0"/>
              <a:t>Saves time for nonexistent sites, e.g., mistyping </a:t>
            </a:r>
            <a:br>
              <a:rPr lang="en-US" dirty="0"/>
            </a:br>
            <a:endParaRPr lang="en-US" dirty="0"/>
          </a:p>
          <a:p>
            <a:r>
              <a:rPr lang="en-US" dirty="0"/>
              <a:t>Cached data has expiration </a:t>
            </a:r>
          </a:p>
          <a:p>
            <a:pPr lvl="1"/>
            <a:r>
              <a:rPr lang="en-US" dirty="0"/>
              <a:t>Each DNS record (also known as, resource record or just RR) has an associated field called Time-To-Live (in short, TTL) 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2/20/25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Topic: DNS Security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/>
              <a:t>27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79B92A8-4F22-6C62-0A82-235881AABB8D}"/>
              </a:ext>
            </a:extLst>
          </p:cNvPr>
          <p:cNvSpPr txBox="1"/>
          <p:nvPr/>
        </p:nvSpPr>
        <p:spPr>
          <a:xfrm>
            <a:off x="-8092" y="-5493"/>
            <a:ext cx="610409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Result Caching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7455451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2"/>
          <p:cNvSpPr txBox="1">
            <a:spLocks noChangeArrowheads="1"/>
          </p:cNvSpPr>
          <p:nvPr/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</a:t>
            </a:r>
            <a:r>
              <a:rPr lang="en-US" altLang="zh-CN" sz="2200" b="1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ftp</a:t>
            </a: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710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1828800" y="1752600"/>
            <a:ext cx="8686800" cy="4800600"/>
          </a:xfrm>
        </p:spPr>
        <p:txBody>
          <a:bodyPr/>
          <a:lstStyle/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After the previous query, the name server </a:t>
            </a:r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now knows:</a:t>
            </a:r>
          </a:p>
          <a:p>
            <a:pPr lvl="1" eaLnBrk="1" hangingPunct="1"/>
            <a:r>
              <a:rPr lang="en-US" altLang="zh-CN">
                <a:ea typeface="SimSun" panose="02010600030101010101" pitchFamily="2" charset="-122"/>
              </a:rPr>
              <a:t>The names and IP addresses of the </a:t>
            </a:r>
            <a:r>
              <a:rPr lang="en-US" altLang="zh-CN" i="1">
                <a:ea typeface="SimSun" panose="02010600030101010101" pitchFamily="2" charset="-122"/>
              </a:rPr>
              <a:t>com</a:t>
            </a:r>
            <a:r>
              <a:rPr lang="en-US" altLang="zh-CN">
                <a:ea typeface="SimSun" panose="02010600030101010101" pitchFamily="2" charset="-122"/>
              </a:rPr>
              <a:t> name servers</a:t>
            </a:r>
          </a:p>
          <a:p>
            <a:pPr lvl="1" eaLnBrk="1" hangingPunct="1"/>
            <a:r>
              <a:rPr lang="en-US" altLang="zh-CN">
                <a:ea typeface="SimSun" panose="02010600030101010101" pitchFamily="2" charset="-122"/>
              </a:rPr>
              <a:t>The names and IP addresses of 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servers</a:t>
            </a:r>
          </a:p>
          <a:p>
            <a:pPr lvl="1" eaLnBrk="1" hangingPunct="1"/>
            <a:r>
              <a:rPr lang="en-US" altLang="zh-CN">
                <a:ea typeface="SimSun" panose="02010600030101010101" pitchFamily="2" charset="-122"/>
              </a:rPr>
              <a:t>The IP address of </a:t>
            </a:r>
            <a:r>
              <a:rPr lang="en-US" altLang="zh-CN" i="1">
                <a:ea typeface="SimSun" panose="02010600030101010101" pitchFamily="2" charset="-122"/>
              </a:rPr>
              <a:t>www.nominum.com</a:t>
            </a:r>
            <a:endParaRPr lang="en-US" altLang="zh-CN">
              <a:ea typeface="SimSun" panose="02010600030101010101" pitchFamily="2" charset="-122"/>
            </a:endParaRPr>
          </a:p>
          <a:p>
            <a:pPr eaLnBrk="1" hangingPunct="1"/>
            <a:r>
              <a:rPr lang="en-US" altLang="zh-CN" sz="2400">
                <a:ea typeface="SimSun" panose="02010600030101010101" pitchFamily="2" charset="-122"/>
              </a:rPr>
              <a:t>Let’s look at the resolution process again</a:t>
            </a:r>
          </a:p>
        </p:txBody>
      </p:sp>
      <p:grpSp>
        <p:nvGrpSpPr>
          <p:cNvPr id="47109" name="Group 5"/>
          <p:cNvGrpSpPr>
            <a:grpSpLocks/>
          </p:cNvGrpSpPr>
          <p:nvPr/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7111" name="AutoShape 6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12" name="Freeform 7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8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9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10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11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AutoShape 12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18" name="AutoShape 13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19" name="AutoShape 14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20" name="AutoShape 15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21" name="AutoShape 16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22" name="AutoShape 17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23" name="Line 18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24" name="Line 19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25" name="AutoShape 20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26" name="Freeform 21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22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23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24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25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26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27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AutoShape 28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34" name="AutoShape 29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35" name="AutoShape 30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36" name="AutoShape 31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7110" name="Text Box 32"/>
          <p:cNvSpPr txBox="1">
            <a:spLocks noChangeArrowheads="1"/>
          </p:cNvSpPr>
          <p:nvPr/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828257D-8205-2195-C4C4-3CFCA365A2C3}"/>
              </a:ext>
            </a:extLst>
          </p:cNvPr>
          <p:cNvSpPr txBox="1"/>
          <p:nvPr/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99303149"/>
      </p:ext>
    </p:extLst>
  </p:cSld>
  <p:clrMapOvr>
    <a:masterClrMapping/>
  </p:clrMapOvr>
  <p:transition>
    <p:cut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8134" name="Rectangle 8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8135" name="Group 9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8557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58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9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0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1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2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3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4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5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6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7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8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9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0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1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72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3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4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5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6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7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8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9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0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1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2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8136" name="Group 36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8454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5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6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57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8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9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0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61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2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3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4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5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6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7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8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9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0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1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2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3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4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5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6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7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8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9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0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8537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8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9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0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1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2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3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4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5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6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7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8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9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0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1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2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3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4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5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6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1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2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3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4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5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6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8517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8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9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0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1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2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3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4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5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6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7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8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9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0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1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2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3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4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5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6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7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8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9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0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1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92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8497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8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9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0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1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2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3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4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5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6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7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8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9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0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1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2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3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4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5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6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93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4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5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6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7" name="Group 140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8351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2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3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4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5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6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7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8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9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0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1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2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3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4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5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6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7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8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9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0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1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2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3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4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5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6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77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8434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5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6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7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8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9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0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1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2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3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4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5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6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7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8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9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0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1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2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3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78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9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0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1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2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3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8414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5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6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7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8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9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0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1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2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3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4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5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6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7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8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9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0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1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2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3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84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5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6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7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8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9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8394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5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6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7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8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9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0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1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2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3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4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5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6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7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8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9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0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1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2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3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90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1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2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3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38" name="Text Box 24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39" name="Text Box 245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0" name="Group 246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8248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49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0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1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5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6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7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8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9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0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1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2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3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4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5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6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7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9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0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1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2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3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74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8331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2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3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4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5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6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7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8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9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0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1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2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3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4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5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6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7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8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9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50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75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6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7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8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9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0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8311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2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3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4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5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6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7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8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9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0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1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2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3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4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5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6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7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8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9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0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1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2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3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4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5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6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8291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2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3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4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5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6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7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8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9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0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1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2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3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4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5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6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7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8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9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0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7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8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90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1" name="Text Box 35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2" name="Group 351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8145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6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7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48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52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3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4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5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6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7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8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9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0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1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2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3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4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6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7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8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9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0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1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8228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9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0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1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2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3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4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5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6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7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8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9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0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1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2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3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4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5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6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7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2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3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4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5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6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7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8208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9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0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1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2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3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4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5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6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7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8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9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0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1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2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3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4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5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6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7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8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9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0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1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2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83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8188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89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0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1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2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3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4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5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6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7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8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9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0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1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2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3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4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5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6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7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84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5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7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3" name="Text Box 455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44" name="Text Box 45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9975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DDFEC1-A7A9-85F0-6517-FD451A0B59B3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77704486"/>
      </p:ext>
    </p:extLst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4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3581400" y="4343400"/>
            <a:ext cx="2344738" cy="1011238"/>
            <a:chOff x="1543" y="3507"/>
            <a:chExt cx="1625" cy="721"/>
          </a:xfrm>
        </p:grpSpPr>
        <p:sp>
          <p:nvSpPr>
            <p:cNvPr id="48583" name="Freeform 5"/>
            <p:cNvSpPr>
              <a:spLocks/>
            </p:cNvSpPr>
            <p:nvPr/>
          </p:nvSpPr>
          <p:spPr bwMode="auto">
            <a:xfrm>
              <a:off x="1543" y="3507"/>
              <a:ext cx="1625" cy="721"/>
            </a:xfrm>
            <a:custGeom>
              <a:avLst/>
              <a:gdLst>
                <a:gd name="T0" fmla="*/ 1508 w 1625"/>
                <a:gd name="T1" fmla="*/ 94 h 721"/>
                <a:gd name="T2" fmla="*/ 1531 w 1625"/>
                <a:gd name="T3" fmla="*/ 98 h 721"/>
                <a:gd name="T4" fmla="*/ 1553 w 1625"/>
                <a:gd name="T5" fmla="*/ 104 h 721"/>
                <a:gd name="T6" fmla="*/ 1572 w 1625"/>
                <a:gd name="T7" fmla="*/ 111 h 721"/>
                <a:gd name="T8" fmla="*/ 1589 w 1625"/>
                <a:gd name="T9" fmla="*/ 121 h 721"/>
                <a:gd name="T10" fmla="*/ 1603 w 1625"/>
                <a:gd name="T11" fmla="*/ 132 h 721"/>
                <a:gd name="T12" fmla="*/ 1613 w 1625"/>
                <a:gd name="T13" fmla="*/ 142 h 721"/>
                <a:gd name="T14" fmla="*/ 1620 w 1625"/>
                <a:gd name="T15" fmla="*/ 154 h 721"/>
                <a:gd name="T16" fmla="*/ 1624 w 1625"/>
                <a:gd name="T17" fmla="*/ 652 h 721"/>
                <a:gd name="T18" fmla="*/ 1618 w 1625"/>
                <a:gd name="T19" fmla="*/ 666 h 721"/>
                <a:gd name="T20" fmla="*/ 1610 w 1625"/>
                <a:gd name="T21" fmla="*/ 678 h 721"/>
                <a:gd name="T22" fmla="*/ 1597 w 1625"/>
                <a:gd name="T23" fmla="*/ 690 h 721"/>
                <a:gd name="T24" fmla="*/ 1582 w 1625"/>
                <a:gd name="T25" fmla="*/ 699 h 721"/>
                <a:gd name="T26" fmla="*/ 1563 w 1625"/>
                <a:gd name="T27" fmla="*/ 707 h 721"/>
                <a:gd name="T28" fmla="*/ 1543 w 1625"/>
                <a:gd name="T29" fmla="*/ 714 h 721"/>
                <a:gd name="T30" fmla="*/ 1520 w 1625"/>
                <a:gd name="T31" fmla="*/ 718 h 721"/>
                <a:gd name="T32" fmla="*/ 1497 w 1625"/>
                <a:gd name="T33" fmla="*/ 720 h 721"/>
                <a:gd name="T34" fmla="*/ 115 w 1625"/>
                <a:gd name="T35" fmla="*/ 720 h 721"/>
                <a:gd name="T36" fmla="*/ 91 w 1625"/>
                <a:gd name="T37" fmla="*/ 717 h 721"/>
                <a:gd name="T38" fmla="*/ 69 w 1625"/>
                <a:gd name="T39" fmla="*/ 711 h 721"/>
                <a:gd name="T40" fmla="*/ 50 w 1625"/>
                <a:gd name="T41" fmla="*/ 704 h 721"/>
                <a:gd name="T42" fmla="*/ 33 w 1625"/>
                <a:gd name="T43" fmla="*/ 695 h 721"/>
                <a:gd name="T44" fmla="*/ 18 w 1625"/>
                <a:gd name="T45" fmla="*/ 684 h 721"/>
                <a:gd name="T46" fmla="*/ 8 w 1625"/>
                <a:gd name="T47" fmla="*/ 672 h 721"/>
                <a:gd name="T48" fmla="*/ 2 w 1625"/>
                <a:gd name="T49" fmla="*/ 660 h 721"/>
                <a:gd name="T50" fmla="*/ 0 w 1625"/>
                <a:gd name="T51" fmla="*/ 160 h 721"/>
                <a:gd name="T52" fmla="*/ 5 w 1625"/>
                <a:gd name="T53" fmla="*/ 148 h 721"/>
                <a:gd name="T54" fmla="*/ 13 w 1625"/>
                <a:gd name="T55" fmla="*/ 136 h 721"/>
                <a:gd name="T56" fmla="*/ 25 w 1625"/>
                <a:gd name="T57" fmla="*/ 126 h 721"/>
                <a:gd name="T58" fmla="*/ 42 w 1625"/>
                <a:gd name="T59" fmla="*/ 115 h 721"/>
                <a:gd name="T60" fmla="*/ 59 w 1625"/>
                <a:gd name="T61" fmla="*/ 107 h 721"/>
                <a:gd name="T62" fmla="*/ 80 w 1625"/>
                <a:gd name="T63" fmla="*/ 100 h 721"/>
                <a:gd name="T64" fmla="*/ 103 w 1625"/>
                <a:gd name="T65" fmla="*/ 95 h 721"/>
                <a:gd name="T66" fmla="*/ 127 w 1625"/>
                <a:gd name="T67" fmla="*/ 92 h 721"/>
                <a:gd name="T68" fmla="*/ 131 w 1625"/>
                <a:gd name="T69" fmla="*/ 0 h 721"/>
                <a:gd name="T70" fmla="*/ 1497 w 1625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5"/>
                <a:gd name="T109" fmla="*/ 0 h 721"/>
                <a:gd name="T110" fmla="*/ 1625 w 1625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5" h="721">
                  <a:moveTo>
                    <a:pt x="1497" y="92"/>
                  </a:moveTo>
                  <a:lnTo>
                    <a:pt x="1508" y="94"/>
                  </a:lnTo>
                  <a:lnTo>
                    <a:pt x="1520" y="95"/>
                  </a:lnTo>
                  <a:lnTo>
                    <a:pt x="1531" y="98"/>
                  </a:lnTo>
                  <a:lnTo>
                    <a:pt x="1543" y="100"/>
                  </a:lnTo>
                  <a:lnTo>
                    <a:pt x="1553" y="104"/>
                  </a:lnTo>
                  <a:lnTo>
                    <a:pt x="1563" y="107"/>
                  </a:lnTo>
                  <a:lnTo>
                    <a:pt x="1572" y="111"/>
                  </a:lnTo>
                  <a:lnTo>
                    <a:pt x="1582" y="115"/>
                  </a:lnTo>
                  <a:lnTo>
                    <a:pt x="1589" y="121"/>
                  </a:lnTo>
                  <a:lnTo>
                    <a:pt x="1597" y="126"/>
                  </a:lnTo>
                  <a:lnTo>
                    <a:pt x="1603" y="132"/>
                  </a:lnTo>
                  <a:lnTo>
                    <a:pt x="1610" y="136"/>
                  </a:lnTo>
                  <a:lnTo>
                    <a:pt x="1613" y="142"/>
                  </a:lnTo>
                  <a:lnTo>
                    <a:pt x="1618" y="148"/>
                  </a:lnTo>
                  <a:lnTo>
                    <a:pt x="1620" y="154"/>
                  </a:lnTo>
                  <a:lnTo>
                    <a:pt x="1624" y="160"/>
                  </a:lnTo>
                  <a:lnTo>
                    <a:pt x="1624" y="652"/>
                  </a:lnTo>
                  <a:lnTo>
                    <a:pt x="1620" y="660"/>
                  </a:lnTo>
                  <a:lnTo>
                    <a:pt x="1618" y="666"/>
                  </a:lnTo>
                  <a:lnTo>
                    <a:pt x="1613" y="672"/>
                  </a:lnTo>
                  <a:lnTo>
                    <a:pt x="1610" y="678"/>
                  </a:lnTo>
                  <a:lnTo>
                    <a:pt x="1603" y="684"/>
                  </a:lnTo>
                  <a:lnTo>
                    <a:pt x="1597" y="690"/>
                  </a:lnTo>
                  <a:lnTo>
                    <a:pt x="1589" y="695"/>
                  </a:lnTo>
                  <a:lnTo>
                    <a:pt x="1582" y="699"/>
                  </a:lnTo>
                  <a:lnTo>
                    <a:pt x="1572" y="704"/>
                  </a:lnTo>
                  <a:lnTo>
                    <a:pt x="1563" y="707"/>
                  </a:lnTo>
                  <a:lnTo>
                    <a:pt x="1553" y="711"/>
                  </a:lnTo>
                  <a:lnTo>
                    <a:pt x="1543" y="714"/>
                  </a:lnTo>
                  <a:lnTo>
                    <a:pt x="1531" y="717"/>
                  </a:lnTo>
                  <a:lnTo>
                    <a:pt x="1520" y="718"/>
                  </a:lnTo>
                  <a:lnTo>
                    <a:pt x="1508" y="720"/>
                  </a:lnTo>
                  <a:lnTo>
                    <a:pt x="1497" y="720"/>
                  </a:lnTo>
                  <a:lnTo>
                    <a:pt x="127" y="720"/>
                  </a:lnTo>
                  <a:lnTo>
                    <a:pt x="115" y="720"/>
                  </a:lnTo>
                  <a:lnTo>
                    <a:pt x="103" y="718"/>
                  </a:lnTo>
                  <a:lnTo>
                    <a:pt x="91" y="717"/>
                  </a:lnTo>
                  <a:lnTo>
                    <a:pt x="80" y="714"/>
                  </a:lnTo>
                  <a:lnTo>
                    <a:pt x="69" y="711"/>
                  </a:lnTo>
                  <a:lnTo>
                    <a:pt x="59" y="707"/>
                  </a:lnTo>
                  <a:lnTo>
                    <a:pt x="50" y="704"/>
                  </a:lnTo>
                  <a:lnTo>
                    <a:pt x="42" y="699"/>
                  </a:lnTo>
                  <a:lnTo>
                    <a:pt x="33" y="695"/>
                  </a:lnTo>
                  <a:lnTo>
                    <a:pt x="25" y="690"/>
                  </a:lnTo>
                  <a:lnTo>
                    <a:pt x="18" y="684"/>
                  </a:lnTo>
                  <a:lnTo>
                    <a:pt x="13" y="678"/>
                  </a:lnTo>
                  <a:lnTo>
                    <a:pt x="8" y="672"/>
                  </a:lnTo>
                  <a:lnTo>
                    <a:pt x="5" y="666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0" y="160"/>
                  </a:lnTo>
                  <a:lnTo>
                    <a:pt x="2" y="154"/>
                  </a:lnTo>
                  <a:lnTo>
                    <a:pt x="5" y="148"/>
                  </a:lnTo>
                  <a:lnTo>
                    <a:pt x="8" y="142"/>
                  </a:lnTo>
                  <a:lnTo>
                    <a:pt x="13" y="136"/>
                  </a:lnTo>
                  <a:lnTo>
                    <a:pt x="18" y="132"/>
                  </a:lnTo>
                  <a:lnTo>
                    <a:pt x="25" y="126"/>
                  </a:lnTo>
                  <a:lnTo>
                    <a:pt x="33" y="121"/>
                  </a:lnTo>
                  <a:lnTo>
                    <a:pt x="42" y="115"/>
                  </a:lnTo>
                  <a:lnTo>
                    <a:pt x="50" y="111"/>
                  </a:lnTo>
                  <a:lnTo>
                    <a:pt x="59" y="107"/>
                  </a:lnTo>
                  <a:lnTo>
                    <a:pt x="69" y="104"/>
                  </a:lnTo>
                  <a:lnTo>
                    <a:pt x="80" y="100"/>
                  </a:lnTo>
                  <a:lnTo>
                    <a:pt x="91" y="98"/>
                  </a:lnTo>
                  <a:lnTo>
                    <a:pt x="103" y="95"/>
                  </a:lnTo>
                  <a:lnTo>
                    <a:pt x="115" y="94"/>
                  </a:lnTo>
                  <a:lnTo>
                    <a:pt x="127" y="92"/>
                  </a:lnTo>
                  <a:lnTo>
                    <a:pt x="246" y="92"/>
                  </a:lnTo>
                  <a:lnTo>
                    <a:pt x="131" y="0"/>
                  </a:lnTo>
                  <a:lnTo>
                    <a:pt x="408" y="92"/>
                  </a:lnTo>
                  <a:lnTo>
                    <a:pt x="1497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8584" name="Text Box 6"/>
            <p:cNvSpPr txBox="1">
              <a:spLocks noChangeArrowheads="1"/>
            </p:cNvSpPr>
            <p:nvPr/>
          </p:nvSpPr>
          <p:spPr bwMode="auto">
            <a:xfrm>
              <a:off x="1714" y="3651"/>
              <a:ext cx="1385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ftp.nominum.com?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8134" name="Rectangle 8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8135" name="Group 9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8557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58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9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0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1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2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3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4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5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6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7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8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9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0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1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72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3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4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5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6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7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8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9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0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1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2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8136" name="Group 36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8454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5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6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57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8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9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0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61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2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3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4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5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6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7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8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9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0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1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2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3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4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5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6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7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8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9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0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8537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8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9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0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1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2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3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4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5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6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7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8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9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0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1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2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3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4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5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6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1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2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3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4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5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6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8517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8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9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0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1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2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3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4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5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6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7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8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9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0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1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2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3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4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5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6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7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8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9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0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1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92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8497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8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9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0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1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2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3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4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5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6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7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8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9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0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1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2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3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4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5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6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93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4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5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6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7" name="Group 140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8351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2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3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4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5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6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7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8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9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0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1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2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3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4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5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6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7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8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9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0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1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2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3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4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5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6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77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8434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5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6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7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8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9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0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1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2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3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4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5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6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7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8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9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0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1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2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3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78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9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0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1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2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3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8414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5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6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7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8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9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0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1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2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3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4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5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6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7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8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9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0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1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2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3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84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5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6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7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8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9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8394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5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6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7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8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9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0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1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2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3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4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5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6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7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8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9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0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1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2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3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90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1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2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3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38" name="Text Box 24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39" name="Text Box 245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0" name="Group 246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8248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49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0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1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5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6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7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8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9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0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1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2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3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4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5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6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7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9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0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1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2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3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74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8331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2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3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4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5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6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7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8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9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0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1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2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3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4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5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6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7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8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9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50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75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6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7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8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9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0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8311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2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3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4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5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6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7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8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9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0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1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2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3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4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5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6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7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8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9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0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1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2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3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4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5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6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8291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2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3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4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5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6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7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8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9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0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1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2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3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4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5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6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7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8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9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0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7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8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90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1" name="Text Box 35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2" name="Group 351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8145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6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7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48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52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3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4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5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6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7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8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9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0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1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2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3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4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6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7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8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9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0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1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8228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9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0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1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2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3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4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5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6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7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8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9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0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1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2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3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4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5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6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7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2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3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4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5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6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7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8208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9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0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1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2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3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4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5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6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7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8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9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0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1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2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3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4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5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6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7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8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9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0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1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2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83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8188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89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0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1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2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3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4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5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6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7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8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9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0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1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2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3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4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5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6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7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84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5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7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3" name="Text Box 45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44" name="Text Box 45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9975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DDFEC1-A7A9-85F0-6517-FD451A0B59B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59728120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1"/>
            <a:ext cx="3635375" cy="30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74755" name="Line 3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3275013" y="3673476"/>
            <a:ext cx="635000" cy="841375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4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3581400" y="4343400"/>
            <a:ext cx="2344738" cy="1011238"/>
            <a:chOff x="1543" y="3507"/>
            <a:chExt cx="1625" cy="721"/>
          </a:xfrm>
        </p:grpSpPr>
        <p:sp>
          <p:nvSpPr>
            <p:cNvPr id="48583" name="Freeform 5"/>
            <p:cNvSpPr>
              <a:spLocks/>
            </p:cNvSpPr>
            <p:nvPr/>
          </p:nvSpPr>
          <p:spPr bwMode="auto">
            <a:xfrm>
              <a:off x="1543" y="3507"/>
              <a:ext cx="1625" cy="721"/>
            </a:xfrm>
            <a:custGeom>
              <a:avLst/>
              <a:gdLst>
                <a:gd name="T0" fmla="*/ 1508 w 1625"/>
                <a:gd name="T1" fmla="*/ 94 h 721"/>
                <a:gd name="T2" fmla="*/ 1531 w 1625"/>
                <a:gd name="T3" fmla="*/ 98 h 721"/>
                <a:gd name="T4" fmla="*/ 1553 w 1625"/>
                <a:gd name="T5" fmla="*/ 104 h 721"/>
                <a:gd name="T6" fmla="*/ 1572 w 1625"/>
                <a:gd name="T7" fmla="*/ 111 h 721"/>
                <a:gd name="T8" fmla="*/ 1589 w 1625"/>
                <a:gd name="T9" fmla="*/ 121 h 721"/>
                <a:gd name="T10" fmla="*/ 1603 w 1625"/>
                <a:gd name="T11" fmla="*/ 132 h 721"/>
                <a:gd name="T12" fmla="*/ 1613 w 1625"/>
                <a:gd name="T13" fmla="*/ 142 h 721"/>
                <a:gd name="T14" fmla="*/ 1620 w 1625"/>
                <a:gd name="T15" fmla="*/ 154 h 721"/>
                <a:gd name="T16" fmla="*/ 1624 w 1625"/>
                <a:gd name="T17" fmla="*/ 652 h 721"/>
                <a:gd name="T18" fmla="*/ 1618 w 1625"/>
                <a:gd name="T19" fmla="*/ 666 h 721"/>
                <a:gd name="T20" fmla="*/ 1610 w 1625"/>
                <a:gd name="T21" fmla="*/ 678 h 721"/>
                <a:gd name="T22" fmla="*/ 1597 w 1625"/>
                <a:gd name="T23" fmla="*/ 690 h 721"/>
                <a:gd name="T24" fmla="*/ 1582 w 1625"/>
                <a:gd name="T25" fmla="*/ 699 h 721"/>
                <a:gd name="T26" fmla="*/ 1563 w 1625"/>
                <a:gd name="T27" fmla="*/ 707 h 721"/>
                <a:gd name="T28" fmla="*/ 1543 w 1625"/>
                <a:gd name="T29" fmla="*/ 714 h 721"/>
                <a:gd name="T30" fmla="*/ 1520 w 1625"/>
                <a:gd name="T31" fmla="*/ 718 h 721"/>
                <a:gd name="T32" fmla="*/ 1497 w 1625"/>
                <a:gd name="T33" fmla="*/ 720 h 721"/>
                <a:gd name="T34" fmla="*/ 115 w 1625"/>
                <a:gd name="T35" fmla="*/ 720 h 721"/>
                <a:gd name="T36" fmla="*/ 91 w 1625"/>
                <a:gd name="T37" fmla="*/ 717 h 721"/>
                <a:gd name="T38" fmla="*/ 69 w 1625"/>
                <a:gd name="T39" fmla="*/ 711 h 721"/>
                <a:gd name="T40" fmla="*/ 50 w 1625"/>
                <a:gd name="T41" fmla="*/ 704 h 721"/>
                <a:gd name="T42" fmla="*/ 33 w 1625"/>
                <a:gd name="T43" fmla="*/ 695 h 721"/>
                <a:gd name="T44" fmla="*/ 18 w 1625"/>
                <a:gd name="T45" fmla="*/ 684 h 721"/>
                <a:gd name="T46" fmla="*/ 8 w 1625"/>
                <a:gd name="T47" fmla="*/ 672 h 721"/>
                <a:gd name="T48" fmla="*/ 2 w 1625"/>
                <a:gd name="T49" fmla="*/ 660 h 721"/>
                <a:gd name="T50" fmla="*/ 0 w 1625"/>
                <a:gd name="T51" fmla="*/ 160 h 721"/>
                <a:gd name="T52" fmla="*/ 5 w 1625"/>
                <a:gd name="T53" fmla="*/ 148 h 721"/>
                <a:gd name="T54" fmla="*/ 13 w 1625"/>
                <a:gd name="T55" fmla="*/ 136 h 721"/>
                <a:gd name="T56" fmla="*/ 25 w 1625"/>
                <a:gd name="T57" fmla="*/ 126 h 721"/>
                <a:gd name="T58" fmla="*/ 42 w 1625"/>
                <a:gd name="T59" fmla="*/ 115 h 721"/>
                <a:gd name="T60" fmla="*/ 59 w 1625"/>
                <a:gd name="T61" fmla="*/ 107 h 721"/>
                <a:gd name="T62" fmla="*/ 80 w 1625"/>
                <a:gd name="T63" fmla="*/ 100 h 721"/>
                <a:gd name="T64" fmla="*/ 103 w 1625"/>
                <a:gd name="T65" fmla="*/ 95 h 721"/>
                <a:gd name="T66" fmla="*/ 127 w 1625"/>
                <a:gd name="T67" fmla="*/ 92 h 721"/>
                <a:gd name="T68" fmla="*/ 131 w 1625"/>
                <a:gd name="T69" fmla="*/ 0 h 721"/>
                <a:gd name="T70" fmla="*/ 1497 w 1625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5"/>
                <a:gd name="T109" fmla="*/ 0 h 721"/>
                <a:gd name="T110" fmla="*/ 1625 w 1625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5" h="721">
                  <a:moveTo>
                    <a:pt x="1497" y="92"/>
                  </a:moveTo>
                  <a:lnTo>
                    <a:pt x="1508" y="94"/>
                  </a:lnTo>
                  <a:lnTo>
                    <a:pt x="1520" y="95"/>
                  </a:lnTo>
                  <a:lnTo>
                    <a:pt x="1531" y="98"/>
                  </a:lnTo>
                  <a:lnTo>
                    <a:pt x="1543" y="100"/>
                  </a:lnTo>
                  <a:lnTo>
                    <a:pt x="1553" y="104"/>
                  </a:lnTo>
                  <a:lnTo>
                    <a:pt x="1563" y="107"/>
                  </a:lnTo>
                  <a:lnTo>
                    <a:pt x="1572" y="111"/>
                  </a:lnTo>
                  <a:lnTo>
                    <a:pt x="1582" y="115"/>
                  </a:lnTo>
                  <a:lnTo>
                    <a:pt x="1589" y="121"/>
                  </a:lnTo>
                  <a:lnTo>
                    <a:pt x="1597" y="126"/>
                  </a:lnTo>
                  <a:lnTo>
                    <a:pt x="1603" y="132"/>
                  </a:lnTo>
                  <a:lnTo>
                    <a:pt x="1610" y="136"/>
                  </a:lnTo>
                  <a:lnTo>
                    <a:pt x="1613" y="142"/>
                  </a:lnTo>
                  <a:lnTo>
                    <a:pt x="1618" y="148"/>
                  </a:lnTo>
                  <a:lnTo>
                    <a:pt x="1620" y="154"/>
                  </a:lnTo>
                  <a:lnTo>
                    <a:pt x="1624" y="160"/>
                  </a:lnTo>
                  <a:lnTo>
                    <a:pt x="1624" y="652"/>
                  </a:lnTo>
                  <a:lnTo>
                    <a:pt x="1620" y="660"/>
                  </a:lnTo>
                  <a:lnTo>
                    <a:pt x="1618" y="666"/>
                  </a:lnTo>
                  <a:lnTo>
                    <a:pt x="1613" y="672"/>
                  </a:lnTo>
                  <a:lnTo>
                    <a:pt x="1610" y="678"/>
                  </a:lnTo>
                  <a:lnTo>
                    <a:pt x="1603" y="684"/>
                  </a:lnTo>
                  <a:lnTo>
                    <a:pt x="1597" y="690"/>
                  </a:lnTo>
                  <a:lnTo>
                    <a:pt x="1589" y="695"/>
                  </a:lnTo>
                  <a:lnTo>
                    <a:pt x="1582" y="699"/>
                  </a:lnTo>
                  <a:lnTo>
                    <a:pt x="1572" y="704"/>
                  </a:lnTo>
                  <a:lnTo>
                    <a:pt x="1563" y="707"/>
                  </a:lnTo>
                  <a:lnTo>
                    <a:pt x="1553" y="711"/>
                  </a:lnTo>
                  <a:lnTo>
                    <a:pt x="1543" y="714"/>
                  </a:lnTo>
                  <a:lnTo>
                    <a:pt x="1531" y="717"/>
                  </a:lnTo>
                  <a:lnTo>
                    <a:pt x="1520" y="718"/>
                  </a:lnTo>
                  <a:lnTo>
                    <a:pt x="1508" y="720"/>
                  </a:lnTo>
                  <a:lnTo>
                    <a:pt x="1497" y="720"/>
                  </a:lnTo>
                  <a:lnTo>
                    <a:pt x="127" y="720"/>
                  </a:lnTo>
                  <a:lnTo>
                    <a:pt x="115" y="720"/>
                  </a:lnTo>
                  <a:lnTo>
                    <a:pt x="103" y="718"/>
                  </a:lnTo>
                  <a:lnTo>
                    <a:pt x="91" y="717"/>
                  </a:lnTo>
                  <a:lnTo>
                    <a:pt x="80" y="714"/>
                  </a:lnTo>
                  <a:lnTo>
                    <a:pt x="69" y="711"/>
                  </a:lnTo>
                  <a:lnTo>
                    <a:pt x="59" y="707"/>
                  </a:lnTo>
                  <a:lnTo>
                    <a:pt x="50" y="704"/>
                  </a:lnTo>
                  <a:lnTo>
                    <a:pt x="42" y="699"/>
                  </a:lnTo>
                  <a:lnTo>
                    <a:pt x="33" y="695"/>
                  </a:lnTo>
                  <a:lnTo>
                    <a:pt x="25" y="690"/>
                  </a:lnTo>
                  <a:lnTo>
                    <a:pt x="18" y="684"/>
                  </a:lnTo>
                  <a:lnTo>
                    <a:pt x="13" y="678"/>
                  </a:lnTo>
                  <a:lnTo>
                    <a:pt x="8" y="672"/>
                  </a:lnTo>
                  <a:lnTo>
                    <a:pt x="5" y="666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0" y="160"/>
                  </a:lnTo>
                  <a:lnTo>
                    <a:pt x="2" y="154"/>
                  </a:lnTo>
                  <a:lnTo>
                    <a:pt x="5" y="148"/>
                  </a:lnTo>
                  <a:lnTo>
                    <a:pt x="8" y="142"/>
                  </a:lnTo>
                  <a:lnTo>
                    <a:pt x="13" y="136"/>
                  </a:lnTo>
                  <a:lnTo>
                    <a:pt x="18" y="132"/>
                  </a:lnTo>
                  <a:lnTo>
                    <a:pt x="25" y="126"/>
                  </a:lnTo>
                  <a:lnTo>
                    <a:pt x="33" y="121"/>
                  </a:lnTo>
                  <a:lnTo>
                    <a:pt x="42" y="115"/>
                  </a:lnTo>
                  <a:lnTo>
                    <a:pt x="50" y="111"/>
                  </a:lnTo>
                  <a:lnTo>
                    <a:pt x="59" y="107"/>
                  </a:lnTo>
                  <a:lnTo>
                    <a:pt x="69" y="104"/>
                  </a:lnTo>
                  <a:lnTo>
                    <a:pt x="80" y="100"/>
                  </a:lnTo>
                  <a:lnTo>
                    <a:pt x="91" y="98"/>
                  </a:lnTo>
                  <a:lnTo>
                    <a:pt x="103" y="95"/>
                  </a:lnTo>
                  <a:lnTo>
                    <a:pt x="115" y="94"/>
                  </a:lnTo>
                  <a:lnTo>
                    <a:pt x="127" y="92"/>
                  </a:lnTo>
                  <a:lnTo>
                    <a:pt x="246" y="92"/>
                  </a:lnTo>
                  <a:lnTo>
                    <a:pt x="131" y="0"/>
                  </a:lnTo>
                  <a:lnTo>
                    <a:pt x="408" y="92"/>
                  </a:lnTo>
                  <a:lnTo>
                    <a:pt x="1497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8584" name="Text Box 6"/>
            <p:cNvSpPr txBox="1">
              <a:spLocks noChangeArrowheads="1"/>
            </p:cNvSpPr>
            <p:nvPr/>
          </p:nvSpPr>
          <p:spPr bwMode="auto">
            <a:xfrm>
              <a:off x="1714" y="3651"/>
              <a:ext cx="1385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ftp.nominum.com?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8134" name="Rectangle 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workstation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asks its configured name server, </a:t>
            </a:r>
            <a:r>
              <a:rPr lang="en-US" altLang="zh-CN" i="1">
                <a:ea typeface="SimSun" panose="02010600030101010101" pitchFamily="2" charset="-122"/>
              </a:rPr>
              <a:t>dakota,</a:t>
            </a:r>
            <a:r>
              <a:rPr lang="en-US" altLang="zh-CN">
                <a:ea typeface="SimSun" panose="02010600030101010101" pitchFamily="2" charset="-122"/>
              </a:rPr>
              <a:t> for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8135" name="Group 9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8557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58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59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0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1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2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63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4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5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6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7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8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69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0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71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72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3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74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5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6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7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8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579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0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1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582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8136" name="Group 36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8454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5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56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57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8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59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60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61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2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3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4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5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6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7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8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69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0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1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2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3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74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5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6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7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8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79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0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8537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8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9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0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1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2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3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4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5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6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7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8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49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0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1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2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3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4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5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56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1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2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3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4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5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86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8517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8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9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0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1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2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3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4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5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6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7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8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29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0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1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2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3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4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5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36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87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8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89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0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1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492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8497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8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99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0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1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2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3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4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5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6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7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8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09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0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1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2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3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4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5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516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493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4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95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496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7" name="Group 140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8351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2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3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4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5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6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7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58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59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0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1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2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3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4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5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6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7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8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69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0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71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2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3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4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5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6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77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8434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5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6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7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8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9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0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1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2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3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4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5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6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7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8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49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0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1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2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53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78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79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0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1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2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3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8414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5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6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7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8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9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0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1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2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3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4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5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6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7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8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29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0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1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2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33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84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5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6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7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88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389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8394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5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6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7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8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99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0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1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2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3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4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5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6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7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8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09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0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1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2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413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390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1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92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93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38" name="Text Box 24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39" name="Text Box 245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0" name="Group 246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8248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49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0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1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55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6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7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8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59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0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1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2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3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4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5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6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7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69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0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1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2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3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74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8331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2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3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4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5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6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7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8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9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0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1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2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3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4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5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6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7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8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9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50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75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6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7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8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79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0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8311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2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3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4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5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6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7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8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9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0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1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2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3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4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5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6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7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8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9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0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1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2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3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4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5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286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8291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2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3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4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5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6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7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8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99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0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1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2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3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4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5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6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7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8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09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10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287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88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90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1" name="Text Box 350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8142" name="Group 351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8145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6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47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48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52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3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4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5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6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7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8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59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0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1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2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3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4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6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7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8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69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0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1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8228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9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0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1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2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3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4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5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6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7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8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39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0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1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2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3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4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5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6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47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2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3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4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5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6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77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8208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9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0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1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2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3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4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5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6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7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8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19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0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1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2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3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4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5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6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27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78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79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0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1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2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8183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8188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89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0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1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2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3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4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5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6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7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8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99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0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1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2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3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4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5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6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207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8184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5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87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43" name="Text Box 45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8144" name="Text Box 456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9975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DDFEC1-A7A9-85F0-6517-FD451A0B59B3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20983815"/>
      </p:ext>
    </p:extLst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49158" name="Rectangle 8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3716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has cached a NS record indicating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 is an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so it asks it for </a:t>
            </a:r>
            <a:r>
              <a:rPr lang="en-US" altLang="zh-CN" sz="2400" i="1">
                <a:ea typeface="SimSun" panose="02010600030101010101" pitchFamily="2" charset="-122"/>
              </a:rPr>
              <a:t>ftp.nominum.com’s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9159" name="Group 9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9581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2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3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8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9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0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1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2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3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4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5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6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0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1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4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5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6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9160" name="Group 36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9478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79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0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1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5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6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7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8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9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0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1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2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3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4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5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6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7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9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0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1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2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3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04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9561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2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3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4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5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6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7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8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9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0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1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2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3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4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5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6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7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8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9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80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05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6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7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8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9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0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9541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2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3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4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5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6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7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8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9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0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1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2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3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4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5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6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7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8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9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0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1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2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3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4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5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6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9521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2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3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4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5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6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7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8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9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0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1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2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3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4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5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6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7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8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9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0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7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8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20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1" name="Group 140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9375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6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7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78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82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3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4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5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6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7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8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9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0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1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2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3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4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6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7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8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9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0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1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9458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9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0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1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2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3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4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5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6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7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8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9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0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1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2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3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4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5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6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7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2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3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4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5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6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7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9438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9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0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1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2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3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4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5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6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7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8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9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0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1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2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3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4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5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6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7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8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9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0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1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2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13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9418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19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0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1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2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3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4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5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6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7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8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9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0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1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2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3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4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5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6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7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14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5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6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7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2" name="Text Box 24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3" name="Text Box 245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4" name="Group 246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9272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3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4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5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9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0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1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2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3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4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5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6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7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8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9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0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1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3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4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5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6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7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98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9355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6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7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8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9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0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1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2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3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4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5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6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7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8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9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0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1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2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3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4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99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0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1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2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3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04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9335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6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7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8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9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0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1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2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3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4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5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6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7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8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9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0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1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2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3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4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05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6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7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8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9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10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9315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6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7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8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9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0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1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2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3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4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5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6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7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8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9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0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1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2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3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4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11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2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4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5" name="Text Box 35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6" name="Group 351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9169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0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1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2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6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7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8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9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0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1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2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3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4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5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6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7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8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0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1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2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3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4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195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9252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3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4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5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6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7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8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9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0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1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2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3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4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5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6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7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8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9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0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1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196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7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8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9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0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1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9232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3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4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5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6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7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8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9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0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1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2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3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4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5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6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7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8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9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0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1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2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3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4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5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6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7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9212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3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4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5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6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7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8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9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0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1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2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3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4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5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6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7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8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9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0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1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8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9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11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7" name="Text Box 455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8" name="Text Box 45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C746DEB-93D3-0C3C-F391-E2AFEAFA650B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50139553"/>
      </p:ext>
    </p:extLst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3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881563" y="2486025"/>
            <a:ext cx="2343150" cy="1009650"/>
            <a:chOff x="2326" y="1755"/>
            <a:chExt cx="1624" cy="721"/>
          </a:xfrm>
        </p:grpSpPr>
        <p:sp>
          <p:nvSpPr>
            <p:cNvPr id="49607" name="Freeform 4"/>
            <p:cNvSpPr>
              <a:spLocks/>
            </p:cNvSpPr>
            <p:nvPr/>
          </p:nvSpPr>
          <p:spPr bwMode="auto">
            <a:xfrm>
              <a:off x="2326" y="1755"/>
              <a:ext cx="1624" cy="721"/>
            </a:xfrm>
            <a:custGeom>
              <a:avLst/>
              <a:gdLst>
                <a:gd name="T0" fmla="*/ 1507 w 1624"/>
                <a:gd name="T1" fmla="*/ 628 h 721"/>
                <a:gd name="T2" fmla="*/ 1530 w 1624"/>
                <a:gd name="T3" fmla="*/ 625 h 721"/>
                <a:gd name="T4" fmla="*/ 1552 w 1624"/>
                <a:gd name="T5" fmla="*/ 619 h 721"/>
                <a:gd name="T6" fmla="*/ 1571 w 1624"/>
                <a:gd name="T7" fmla="*/ 611 h 721"/>
                <a:gd name="T8" fmla="*/ 1588 w 1624"/>
                <a:gd name="T9" fmla="*/ 603 h 721"/>
                <a:gd name="T10" fmla="*/ 1602 w 1624"/>
                <a:gd name="T11" fmla="*/ 592 h 721"/>
                <a:gd name="T12" fmla="*/ 1613 w 1624"/>
                <a:gd name="T13" fmla="*/ 580 h 721"/>
                <a:gd name="T14" fmla="*/ 1620 w 1624"/>
                <a:gd name="T15" fmla="*/ 568 h 721"/>
                <a:gd name="T16" fmla="*/ 1623 w 1624"/>
                <a:gd name="T17" fmla="*/ 68 h 721"/>
                <a:gd name="T18" fmla="*/ 1617 w 1624"/>
                <a:gd name="T19" fmla="*/ 56 h 721"/>
                <a:gd name="T20" fmla="*/ 1609 w 1624"/>
                <a:gd name="T21" fmla="*/ 44 h 721"/>
                <a:gd name="T22" fmla="*/ 1596 w 1624"/>
                <a:gd name="T23" fmla="*/ 34 h 721"/>
                <a:gd name="T24" fmla="*/ 1581 w 1624"/>
                <a:gd name="T25" fmla="*/ 23 h 721"/>
                <a:gd name="T26" fmla="*/ 1563 w 1624"/>
                <a:gd name="T27" fmla="*/ 15 h 721"/>
                <a:gd name="T28" fmla="*/ 1542 w 1624"/>
                <a:gd name="T29" fmla="*/ 8 h 721"/>
                <a:gd name="T30" fmla="*/ 1519 w 1624"/>
                <a:gd name="T31" fmla="*/ 3 h 721"/>
                <a:gd name="T32" fmla="*/ 1496 w 1624"/>
                <a:gd name="T33" fmla="*/ 0 h 721"/>
                <a:gd name="T34" fmla="*/ 114 w 1624"/>
                <a:gd name="T35" fmla="*/ 2 h 721"/>
                <a:gd name="T36" fmla="*/ 91 w 1624"/>
                <a:gd name="T37" fmla="*/ 6 h 721"/>
                <a:gd name="T38" fmla="*/ 69 w 1624"/>
                <a:gd name="T39" fmla="*/ 12 h 721"/>
                <a:gd name="T40" fmla="*/ 49 w 1624"/>
                <a:gd name="T41" fmla="*/ 19 h 721"/>
                <a:gd name="T42" fmla="*/ 32 w 1624"/>
                <a:gd name="T43" fmla="*/ 29 h 721"/>
                <a:gd name="T44" fmla="*/ 18 w 1624"/>
                <a:gd name="T45" fmla="*/ 39 h 721"/>
                <a:gd name="T46" fmla="*/ 7 w 1624"/>
                <a:gd name="T47" fmla="*/ 50 h 721"/>
                <a:gd name="T48" fmla="*/ 1 w 1624"/>
                <a:gd name="T49" fmla="*/ 62 h 721"/>
                <a:gd name="T50" fmla="*/ 0 w 1624"/>
                <a:gd name="T51" fmla="*/ 560 h 721"/>
                <a:gd name="T52" fmla="*/ 4 w 1624"/>
                <a:gd name="T53" fmla="*/ 574 h 721"/>
                <a:gd name="T54" fmla="*/ 13 w 1624"/>
                <a:gd name="T55" fmla="*/ 586 h 721"/>
                <a:gd name="T56" fmla="*/ 25 w 1624"/>
                <a:gd name="T57" fmla="*/ 598 h 721"/>
                <a:gd name="T58" fmla="*/ 41 w 1624"/>
                <a:gd name="T59" fmla="*/ 607 h 721"/>
                <a:gd name="T60" fmla="*/ 59 w 1624"/>
                <a:gd name="T61" fmla="*/ 615 h 721"/>
                <a:gd name="T62" fmla="*/ 80 w 1624"/>
                <a:gd name="T63" fmla="*/ 622 h 721"/>
                <a:gd name="T64" fmla="*/ 102 w 1624"/>
                <a:gd name="T65" fmla="*/ 626 h 721"/>
                <a:gd name="T66" fmla="*/ 127 w 1624"/>
                <a:gd name="T67" fmla="*/ 628 h 721"/>
                <a:gd name="T68" fmla="*/ 131 w 1624"/>
                <a:gd name="T69" fmla="*/ 720 h 721"/>
                <a:gd name="T70" fmla="*/ 1496 w 1624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4"/>
                <a:gd name="T109" fmla="*/ 0 h 721"/>
                <a:gd name="T110" fmla="*/ 1624 w 1624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4" h="721">
                  <a:moveTo>
                    <a:pt x="1496" y="628"/>
                  </a:moveTo>
                  <a:lnTo>
                    <a:pt x="1507" y="628"/>
                  </a:lnTo>
                  <a:lnTo>
                    <a:pt x="1519" y="626"/>
                  </a:lnTo>
                  <a:lnTo>
                    <a:pt x="1530" y="625"/>
                  </a:lnTo>
                  <a:lnTo>
                    <a:pt x="1542" y="622"/>
                  </a:lnTo>
                  <a:lnTo>
                    <a:pt x="1552" y="619"/>
                  </a:lnTo>
                  <a:lnTo>
                    <a:pt x="1563" y="615"/>
                  </a:lnTo>
                  <a:lnTo>
                    <a:pt x="1571" y="611"/>
                  </a:lnTo>
                  <a:lnTo>
                    <a:pt x="1581" y="607"/>
                  </a:lnTo>
                  <a:lnTo>
                    <a:pt x="1588" y="603"/>
                  </a:lnTo>
                  <a:lnTo>
                    <a:pt x="1596" y="598"/>
                  </a:lnTo>
                  <a:lnTo>
                    <a:pt x="1602" y="592"/>
                  </a:lnTo>
                  <a:lnTo>
                    <a:pt x="1609" y="586"/>
                  </a:lnTo>
                  <a:lnTo>
                    <a:pt x="1613" y="580"/>
                  </a:lnTo>
                  <a:lnTo>
                    <a:pt x="1617" y="574"/>
                  </a:lnTo>
                  <a:lnTo>
                    <a:pt x="1620" y="568"/>
                  </a:lnTo>
                  <a:lnTo>
                    <a:pt x="1623" y="560"/>
                  </a:lnTo>
                  <a:lnTo>
                    <a:pt x="1623" y="68"/>
                  </a:lnTo>
                  <a:lnTo>
                    <a:pt x="1620" y="62"/>
                  </a:lnTo>
                  <a:lnTo>
                    <a:pt x="1617" y="56"/>
                  </a:lnTo>
                  <a:lnTo>
                    <a:pt x="1613" y="50"/>
                  </a:lnTo>
                  <a:lnTo>
                    <a:pt x="1609" y="44"/>
                  </a:lnTo>
                  <a:lnTo>
                    <a:pt x="1602" y="39"/>
                  </a:lnTo>
                  <a:lnTo>
                    <a:pt x="1596" y="34"/>
                  </a:lnTo>
                  <a:lnTo>
                    <a:pt x="1588" y="29"/>
                  </a:lnTo>
                  <a:lnTo>
                    <a:pt x="1581" y="23"/>
                  </a:lnTo>
                  <a:lnTo>
                    <a:pt x="1571" y="19"/>
                  </a:lnTo>
                  <a:lnTo>
                    <a:pt x="1563" y="15"/>
                  </a:lnTo>
                  <a:lnTo>
                    <a:pt x="1552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9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7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1" y="6"/>
                  </a:lnTo>
                  <a:lnTo>
                    <a:pt x="80" y="8"/>
                  </a:lnTo>
                  <a:lnTo>
                    <a:pt x="69" y="12"/>
                  </a:lnTo>
                  <a:lnTo>
                    <a:pt x="59" y="15"/>
                  </a:lnTo>
                  <a:lnTo>
                    <a:pt x="49" y="19"/>
                  </a:lnTo>
                  <a:lnTo>
                    <a:pt x="41" y="23"/>
                  </a:lnTo>
                  <a:lnTo>
                    <a:pt x="32" y="29"/>
                  </a:lnTo>
                  <a:lnTo>
                    <a:pt x="25" y="34"/>
                  </a:lnTo>
                  <a:lnTo>
                    <a:pt x="18" y="39"/>
                  </a:lnTo>
                  <a:lnTo>
                    <a:pt x="13" y="44"/>
                  </a:lnTo>
                  <a:lnTo>
                    <a:pt x="7" y="50"/>
                  </a:lnTo>
                  <a:lnTo>
                    <a:pt x="4" y="56"/>
                  </a:lnTo>
                  <a:lnTo>
                    <a:pt x="1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1" y="568"/>
                  </a:lnTo>
                  <a:lnTo>
                    <a:pt x="4" y="574"/>
                  </a:lnTo>
                  <a:lnTo>
                    <a:pt x="7" y="580"/>
                  </a:lnTo>
                  <a:lnTo>
                    <a:pt x="13" y="586"/>
                  </a:lnTo>
                  <a:lnTo>
                    <a:pt x="18" y="592"/>
                  </a:lnTo>
                  <a:lnTo>
                    <a:pt x="25" y="598"/>
                  </a:lnTo>
                  <a:lnTo>
                    <a:pt x="32" y="603"/>
                  </a:lnTo>
                  <a:lnTo>
                    <a:pt x="41" y="607"/>
                  </a:lnTo>
                  <a:lnTo>
                    <a:pt x="49" y="611"/>
                  </a:lnTo>
                  <a:lnTo>
                    <a:pt x="59" y="615"/>
                  </a:lnTo>
                  <a:lnTo>
                    <a:pt x="69" y="619"/>
                  </a:lnTo>
                  <a:lnTo>
                    <a:pt x="80" y="622"/>
                  </a:lnTo>
                  <a:lnTo>
                    <a:pt x="91" y="625"/>
                  </a:lnTo>
                  <a:lnTo>
                    <a:pt x="102" y="626"/>
                  </a:lnTo>
                  <a:lnTo>
                    <a:pt x="114" y="628"/>
                  </a:lnTo>
                  <a:lnTo>
                    <a:pt x="127" y="628"/>
                  </a:lnTo>
                  <a:lnTo>
                    <a:pt x="245" y="628"/>
                  </a:lnTo>
                  <a:lnTo>
                    <a:pt x="131" y="720"/>
                  </a:lnTo>
                  <a:lnTo>
                    <a:pt x="407" y="628"/>
                  </a:lnTo>
                  <a:lnTo>
                    <a:pt x="1496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9608" name="Text Box 5"/>
            <p:cNvSpPr txBox="1">
              <a:spLocks noChangeArrowheads="1"/>
            </p:cNvSpPr>
            <p:nvPr/>
          </p:nvSpPr>
          <p:spPr bwMode="auto">
            <a:xfrm>
              <a:off x="2496" y="1825"/>
              <a:ext cx="1385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ftp.nominum.com?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49158" name="Rectangle 8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3716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has cached a NS record indicating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 is an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so it asks it for </a:t>
            </a:r>
            <a:r>
              <a:rPr lang="en-US" altLang="zh-CN" sz="2400" i="1">
                <a:ea typeface="SimSun" panose="02010600030101010101" pitchFamily="2" charset="-122"/>
              </a:rPr>
              <a:t>ftp.nominum.com’s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9159" name="Group 9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9581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2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3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8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9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0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1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2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3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4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5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6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0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1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4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5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6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9160" name="Group 36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9478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79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0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1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5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6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7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8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9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0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1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2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3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4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5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6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7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9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0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1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2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3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04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9561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2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3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4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5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6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7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8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9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0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1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2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3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4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5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6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7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8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9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80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05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6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7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8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9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0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9541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2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3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4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5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6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7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8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9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0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1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2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3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4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5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6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7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8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9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0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1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2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3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4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5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6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9521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2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3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4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5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6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7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8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9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0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1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2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3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4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5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6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7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8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9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0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7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8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20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1" name="Group 140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9375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6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7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78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82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3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4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5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6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7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8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9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0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1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2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3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4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6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7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8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9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0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1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9458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9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0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1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2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3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4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5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6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7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8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9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0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1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2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3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4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5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6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7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2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3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4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5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6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7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9438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9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0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1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2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3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4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5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6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7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8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9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0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1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2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3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4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5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6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7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8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9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0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1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2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13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9418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19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0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1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2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3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4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5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6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7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8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9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0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1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2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3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4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5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6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7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14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5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6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7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2" name="Text Box 24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3" name="Text Box 245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4" name="Group 246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9272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3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4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5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9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0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1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2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3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4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5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6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7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8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9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0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1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3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4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5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6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7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98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9355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6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7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8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9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0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1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2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3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4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5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6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7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8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9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0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1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2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3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4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99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0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1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2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3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04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9335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6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7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8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9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0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1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2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3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4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5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6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7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8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9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0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1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2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3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4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05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6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7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8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9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10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9315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6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7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8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9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0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1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2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3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4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5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6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7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8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9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0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1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2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3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4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11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2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4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5" name="Text Box 35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6" name="Group 351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9169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0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1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2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6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7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8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9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0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1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2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3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4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5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6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7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8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0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1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2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3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4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195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9252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3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4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5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6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7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8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9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0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1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2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3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4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5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6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7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8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9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0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1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196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7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8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9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0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1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9232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3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4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5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6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7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8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9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0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1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2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3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4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5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6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7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8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9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0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1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2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3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4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5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6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7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9212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3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4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5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6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7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8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9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0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1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2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3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4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5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6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7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8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9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0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1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8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9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11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7" name="Text Box 45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8" name="Text Box 45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C746DEB-93D3-0C3C-F391-E2AFEAFA650B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96935737"/>
      </p:ext>
    </p:extLst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3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881563" y="2486025"/>
            <a:ext cx="2343150" cy="1009650"/>
            <a:chOff x="2326" y="1755"/>
            <a:chExt cx="1624" cy="721"/>
          </a:xfrm>
        </p:grpSpPr>
        <p:sp>
          <p:nvSpPr>
            <p:cNvPr id="49607" name="Freeform 4"/>
            <p:cNvSpPr>
              <a:spLocks/>
            </p:cNvSpPr>
            <p:nvPr/>
          </p:nvSpPr>
          <p:spPr bwMode="auto">
            <a:xfrm>
              <a:off x="2326" y="1755"/>
              <a:ext cx="1624" cy="721"/>
            </a:xfrm>
            <a:custGeom>
              <a:avLst/>
              <a:gdLst>
                <a:gd name="T0" fmla="*/ 1507 w 1624"/>
                <a:gd name="T1" fmla="*/ 628 h 721"/>
                <a:gd name="T2" fmla="*/ 1530 w 1624"/>
                <a:gd name="T3" fmla="*/ 625 h 721"/>
                <a:gd name="T4" fmla="*/ 1552 w 1624"/>
                <a:gd name="T5" fmla="*/ 619 h 721"/>
                <a:gd name="T6" fmla="*/ 1571 w 1624"/>
                <a:gd name="T7" fmla="*/ 611 h 721"/>
                <a:gd name="T8" fmla="*/ 1588 w 1624"/>
                <a:gd name="T9" fmla="*/ 603 h 721"/>
                <a:gd name="T10" fmla="*/ 1602 w 1624"/>
                <a:gd name="T11" fmla="*/ 592 h 721"/>
                <a:gd name="T12" fmla="*/ 1613 w 1624"/>
                <a:gd name="T13" fmla="*/ 580 h 721"/>
                <a:gd name="T14" fmla="*/ 1620 w 1624"/>
                <a:gd name="T15" fmla="*/ 568 h 721"/>
                <a:gd name="T16" fmla="*/ 1623 w 1624"/>
                <a:gd name="T17" fmla="*/ 68 h 721"/>
                <a:gd name="T18" fmla="*/ 1617 w 1624"/>
                <a:gd name="T19" fmla="*/ 56 h 721"/>
                <a:gd name="T20" fmla="*/ 1609 w 1624"/>
                <a:gd name="T21" fmla="*/ 44 h 721"/>
                <a:gd name="T22" fmla="*/ 1596 w 1624"/>
                <a:gd name="T23" fmla="*/ 34 h 721"/>
                <a:gd name="T24" fmla="*/ 1581 w 1624"/>
                <a:gd name="T25" fmla="*/ 23 h 721"/>
                <a:gd name="T26" fmla="*/ 1563 w 1624"/>
                <a:gd name="T27" fmla="*/ 15 h 721"/>
                <a:gd name="T28" fmla="*/ 1542 w 1624"/>
                <a:gd name="T29" fmla="*/ 8 h 721"/>
                <a:gd name="T30" fmla="*/ 1519 w 1624"/>
                <a:gd name="T31" fmla="*/ 3 h 721"/>
                <a:gd name="T32" fmla="*/ 1496 w 1624"/>
                <a:gd name="T33" fmla="*/ 0 h 721"/>
                <a:gd name="T34" fmla="*/ 114 w 1624"/>
                <a:gd name="T35" fmla="*/ 2 h 721"/>
                <a:gd name="T36" fmla="*/ 91 w 1624"/>
                <a:gd name="T37" fmla="*/ 6 h 721"/>
                <a:gd name="T38" fmla="*/ 69 w 1624"/>
                <a:gd name="T39" fmla="*/ 12 h 721"/>
                <a:gd name="T40" fmla="*/ 49 w 1624"/>
                <a:gd name="T41" fmla="*/ 19 h 721"/>
                <a:gd name="T42" fmla="*/ 32 w 1624"/>
                <a:gd name="T43" fmla="*/ 29 h 721"/>
                <a:gd name="T44" fmla="*/ 18 w 1624"/>
                <a:gd name="T45" fmla="*/ 39 h 721"/>
                <a:gd name="T46" fmla="*/ 7 w 1624"/>
                <a:gd name="T47" fmla="*/ 50 h 721"/>
                <a:gd name="T48" fmla="*/ 1 w 1624"/>
                <a:gd name="T49" fmla="*/ 62 h 721"/>
                <a:gd name="T50" fmla="*/ 0 w 1624"/>
                <a:gd name="T51" fmla="*/ 560 h 721"/>
                <a:gd name="T52" fmla="*/ 4 w 1624"/>
                <a:gd name="T53" fmla="*/ 574 h 721"/>
                <a:gd name="T54" fmla="*/ 13 w 1624"/>
                <a:gd name="T55" fmla="*/ 586 h 721"/>
                <a:gd name="T56" fmla="*/ 25 w 1624"/>
                <a:gd name="T57" fmla="*/ 598 h 721"/>
                <a:gd name="T58" fmla="*/ 41 w 1624"/>
                <a:gd name="T59" fmla="*/ 607 h 721"/>
                <a:gd name="T60" fmla="*/ 59 w 1624"/>
                <a:gd name="T61" fmla="*/ 615 h 721"/>
                <a:gd name="T62" fmla="*/ 80 w 1624"/>
                <a:gd name="T63" fmla="*/ 622 h 721"/>
                <a:gd name="T64" fmla="*/ 102 w 1624"/>
                <a:gd name="T65" fmla="*/ 626 h 721"/>
                <a:gd name="T66" fmla="*/ 127 w 1624"/>
                <a:gd name="T67" fmla="*/ 628 h 721"/>
                <a:gd name="T68" fmla="*/ 131 w 1624"/>
                <a:gd name="T69" fmla="*/ 720 h 721"/>
                <a:gd name="T70" fmla="*/ 1496 w 1624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24"/>
                <a:gd name="T109" fmla="*/ 0 h 721"/>
                <a:gd name="T110" fmla="*/ 1624 w 1624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24" h="721">
                  <a:moveTo>
                    <a:pt x="1496" y="628"/>
                  </a:moveTo>
                  <a:lnTo>
                    <a:pt x="1507" y="628"/>
                  </a:lnTo>
                  <a:lnTo>
                    <a:pt x="1519" y="626"/>
                  </a:lnTo>
                  <a:lnTo>
                    <a:pt x="1530" y="625"/>
                  </a:lnTo>
                  <a:lnTo>
                    <a:pt x="1542" y="622"/>
                  </a:lnTo>
                  <a:lnTo>
                    <a:pt x="1552" y="619"/>
                  </a:lnTo>
                  <a:lnTo>
                    <a:pt x="1563" y="615"/>
                  </a:lnTo>
                  <a:lnTo>
                    <a:pt x="1571" y="611"/>
                  </a:lnTo>
                  <a:lnTo>
                    <a:pt x="1581" y="607"/>
                  </a:lnTo>
                  <a:lnTo>
                    <a:pt x="1588" y="603"/>
                  </a:lnTo>
                  <a:lnTo>
                    <a:pt x="1596" y="598"/>
                  </a:lnTo>
                  <a:lnTo>
                    <a:pt x="1602" y="592"/>
                  </a:lnTo>
                  <a:lnTo>
                    <a:pt x="1609" y="586"/>
                  </a:lnTo>
                  <a:lnTo>
                    <a:pt x="1613" y="580"/>
                  </a:lnTo>
                  <a:lnTo>
                    <a:pt x="1617" y="574"/>
                  </a:lnTo>
                  <a:lnTo>
                    <a:pt x="1620" y="568"/>
                  </a:lnTo>
                  <a:lnTo>
                    <a:pt x="1623" y="560"/>
                  </a:lnTo>
                  <a:lnTo>
                    <a:pt x="1623" y="68"/>
                  </a:lnTo>
                  <a:lnTo>
                    <a:pt x="1620" y="62"/>
                  </a:lnTo>
                  <a:lnTo>
                    <a:pt x="1617" y="56"/>
                  </a:lnTo>
                  <a:lnTo>
                    <a:pt x="1613" y="50"/>
                  </a:lnTo>
                  <a:lnTo>
                    <a:pt x="1609" y="44"/>
                  </a:lnTo>
                  <a:lnTo>
                    <a:pt x="1602" y="39"/>
                  </a:lnTo>
                  <a:lnTo>
                    <a:pt x="1596" y="34"/>
                  </a:lnTo>
                  <a:lnTo>
                    <a:pt x="1588" y="29"/>
                  </a:lnTo>
                  <a:lnTo>
                    <a:pt x="1581" y="23"/>
                  </a:lnTo>
                  <a:lnTo>
                    <a:pt x="1571" y="19"/>
                  </a:lnTo>
                  <a:lnTo>
                    <a:pt x="1563" y="15"/>
                  </a:lnTo>
                  <a:lnTo>
                    <a:pt x="1552" y="12"/>
                  </a:lnTo>
                  <a:lnTo>
                    <a:pt x="1542" y="8"/>
                  </a:lnTo>
                  <a:lnTo>
                    <a:pt x="1530" y="6"/>
                  </a:lnTo>
                  <a:lnTo>
                    <a:pt x="1519" y="3"/>
                  </a:lnTo>
                  <a:lnTo>
                    <a:pt x="1507" y="2"/>
                  </a:lnTo>
                  <a:lnTo>
                    <a:pt x="1496" y="0"/>
                  </a:lnTo>
                  <a:lnTo>
                    <a:pt x="127" y="0"/>
                  </a:lnTo>
                  <a:lnTo>
                    <a:pt x="114" y="2"/>
                  </a:lnTo>
                  <a:lnTo>
                    <a:pt x="102" y="3"/>
                  </a:lnTo>
                  <a:lnTo>
                    <a:pt x="91" y="6"/>
                  </a:lnTo>
                  <a:lnTo>
                    <a:pt x="80" y="8"/>
                  </a:lnTo>
                  <a:lnTo>
                    <a:pt x="69" y="12"/>
                  </a:lnTo>
                  <a:lnTo>
                    <a:pt x="59" y="15"/>
                  </a:lnTo>
                  <a:lnTo>
                    <a:pt x="49" y="19"/>
                  </a:lnTo>
                  <a:lnTo>
                    <a:pt x="41" y="23"/>
                  </a:lnTo>
                  <a:lnTo>
                    <a:pt x="32" y="29"/>
                  </a:lnTo>
                  <a:lnTo>
                    <a:pt x="25" y="34"/>
                  </a:lnTo>
                  <a:lnTo>
                    <a:pt x="18" y="39"/>
                  </a:lnTo>
                  <a:lnTo>
                    <a:pt x="13" y="44"/>
                  </a:lnTo>
                  <a:lnTo>
                    <a:pt x="7" y="50"/>
                  </a:lnTo>
                  <a:lnTo>
                    <a:pt x="4" y="56"/>
                  </a:lnTo>
                  <a:lnTo>
                    <a:pt x="1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1" y="568"/>
                  </a:lnTo>
                  <a:lnTo>
                    <a:pt x="4" y="574"/>
                  </a:lnTo>
                  <a:lnTo>
                    <a:pt x="7" y="580"/>
                  </a:lnTo>
                  <a:lnTo>
                    <a:pt x="13" y="586"/>
                  </a:lnTo>
                  <a:lnTo>
                    <a:pt x="18" y="592"/>
                  </a:lnTo>
                  <a:lnTo>
                    <a:pt x="25" y="598"/>
                  </a:lnTo>
                  <a:lnTo>
                    <a:pt x="32" y="603"/>
                  </a:lnTo>
                  <a:lnTo>
                    <a:pt x="41" y="607"/>
                  </a:lnTo>
                  <a:lnTo>
                    <a:pt x="49" y="611"/>
                  </a:lnTo>
                  <a:lnTo>
                    <a:pt x="59" y="615"/>
                  </a:lnTo>
                  <a:lnTo>
                    <a:pt x="69" y="619"/>
                  </a:lnTo>
                  <a:lnTo>
                    <a:pt x="80" y="622"/>
                  </a:lnTo>
                  <a:lnTo>
                    <a:pt x="91" y="625"/>
                  </a:lnTo>
                  <a:lnTo>
                    <a:pt x="102" y="626"/>
                  </a:lnTo>
                  <a:lnTo>
                    <a:pt x="114" y="628"/>
                  </a:lnTo>
                  <a:lnTo>
                    <a:pt x="127" y="628"/>
                  </a:lnTo>
                  <a:lnTo>
                    <a:pt x="245" y="628"/>
                  </a:lnTo>
                  <a:lnTo>
                    <a:pt x="131" y="720"/>
                  </a:lnTo>
                  <a:lnTo>
                    <a:pt x="407" y="628"/>
                  </a:lnTo>
                  <a:lnTo>
                    <a:pt x="1496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49608" name="Text Box 5"/>
            <p:cNvSpPr txBox="1">
              <a:spLocks noChangeArrowheads="1"/>
            </p:cNvSpPr>
            <p:nvPr/>
          </p:nvSpPr>
          <p:spPr bwMode="auto">
            <a:xfrm>
              <a:off x="2496" y="1825"/>
              <a:ext cx="1385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What’s the IP address of ftp.nominum.com?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75782" name="Line 6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4800600" y="3541713"/>
            <a:ext cx="1163638" cy="3175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58" name="Rectangle 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3716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 sz="2400" i="1">
                <a:ea typeface="SimSun" panose="02010600030101010101" pitchFamily="2" charset="-122"/>
              </a:rPr>
              <a:t>dakota</a:t>
            </a:r>
            <a:r>
              <a:rPr lang="en-US" altLang="zh-CN" sz="2400">
                <a:ea typeface="SimSun" panose="02010600030101010101" pitchFamily="2" charset="-122"/>
              </a:rPr>
              <a:t> has cached a NS record indicating </a:t>
            </a:r>
            <a:r>
              <a:rPr lang="en-US" altLang="zh-CN" sz="2400" i="1">
                <a:ea typeface="SimSun" panose="02010600030101010101" pitchFamily="2" charset="-122"/>
              </a:rPr>
              <a:t>ns1.sanjose</a:t>
            </a:r>
            <a:r>
              <a:rPr lang="en-US" altLang="zh-CN" sz="2400">
                <a:ea typeface="SimSun" panose="02010600030101010101" pitchFamily="2" charset="-122"/>
              </a:rPr>
              <a:t> is an </a:t>
            </a:r>
            <a:r>
              <a:rPr lang="en-US" altLang="zh-CN" sz="2400" i="1">
                <a:ea typeface="SimSun" panose="02010600030101010101" pitchFamily="2" charset="-122"/>
              </a:rPr>
              <a:t>nominum.com</a:t>
            </a:r>
            <a:r>
              <a:rPr lang="en-US" altLang="zh-CN" sz="2400">
                <a:ea typeface="SimSun" panose="02010600030101010101" pitchFamily="2" charset="-122"/>
              </a:rPr>
              <a:t> name server, so it asks it for </a:t>
            </a:r>
            <a:r>
              <a:rPr lang="en-US" altLang="zh-CN" sz="2400" i="1">
                <a:ea typeface="SimSun" panose="02010600030101010101" pitchFamily="2" charset="-122"/>
              </a:rPr>
              <a:t>ftp.nominum.com’s</a:t>
            </a:r>
            <a:r>
              <a:rPr lang="en-US" altLang="zh-CN" sz="2400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49159" name="Group 9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49581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2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3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8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89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0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1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2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3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4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95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96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0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1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4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5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606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9160" name="Group 36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49478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79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0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1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2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3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84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85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6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7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8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89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0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1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2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3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4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5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6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7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98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99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0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1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2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3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04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49561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2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3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4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5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6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7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8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9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0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1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2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3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4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5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6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7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8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79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80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05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6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7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8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09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0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49541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2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3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4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5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6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7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8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9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0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1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2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3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4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5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6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7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8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59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60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1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2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3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4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5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516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49521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2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3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4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5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6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7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8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29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0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1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2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3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4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5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6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7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8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39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540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517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18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19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520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1" name="Group 140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49375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6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77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78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82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3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4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5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6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7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8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89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0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1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2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3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4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6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7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8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99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0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1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49458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9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0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1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2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3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4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5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6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7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8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69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0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1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2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3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4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5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6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77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2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3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4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5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6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07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49438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9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0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1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2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3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4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5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6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7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8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49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0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1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2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3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4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5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6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57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08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09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0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1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2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413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49418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19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0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1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2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3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4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5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6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7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8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29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0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1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2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3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4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5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6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437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414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5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6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17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2" name="Text Box 24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3" name="Text Box 245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4" name="Group 246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49272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3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74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5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79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0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1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2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3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4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5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6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7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8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89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0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1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3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4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5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6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97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98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49355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6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7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8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9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0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1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2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3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4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5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6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7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8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69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0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1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2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3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74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99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0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1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2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3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04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49335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6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7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8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9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0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1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2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3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4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5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6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7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8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49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0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1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2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3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54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05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6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7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8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09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310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49315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6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7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8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19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0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1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2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3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4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5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6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7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8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29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0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1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2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3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334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311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2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14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5" name="Text Box 350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49166" name="Group 351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49169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0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1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2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76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7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8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79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0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1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2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3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4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5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6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7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88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0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1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2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3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4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195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49252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3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4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5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6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7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8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9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0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1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2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3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4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5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6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7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8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69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0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71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196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7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8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99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0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1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49232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3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4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5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6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7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8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9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0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1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2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3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4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5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6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7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8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49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0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51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2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3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4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5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6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9207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49212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3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4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5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6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7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8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19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0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1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2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3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4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5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6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7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8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29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0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231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9208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09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11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67" name="Text Box 45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49168" name="Text Box 456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C746DEB-93D3-0C3C-F391-E2AFEAFA650B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06167201"/>
      </p:ext>
    </p:extLst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50182" name="Rectangle 8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0183" name="Group 9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0605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06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7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8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9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0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1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2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3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4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5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6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7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8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9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0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1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2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3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4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5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6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7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8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9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30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0184" name="Group 36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0502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3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4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5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9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0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1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2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3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4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5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6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7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8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9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0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1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3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4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5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6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7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28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0585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6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7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8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9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0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1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2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3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4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5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6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7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8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9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0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1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2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3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4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29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0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1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2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3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34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0565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6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7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8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9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0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1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2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3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4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5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6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7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8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9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0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1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2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3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4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35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6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7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8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9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40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0545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6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7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8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9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0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1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2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3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4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5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6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7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8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9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0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1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2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3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4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41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2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4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5" name="Group 140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0399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0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1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2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3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4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5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6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7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8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9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0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1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2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3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4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5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6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7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8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9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0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1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2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3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4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25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0482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3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4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5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6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7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8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9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0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1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2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3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4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5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6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7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8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9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0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1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26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7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8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9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0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1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0462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3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4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5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6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7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8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9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0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1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2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3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4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5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6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7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8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9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0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1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2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3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4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5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6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7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0442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3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4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5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6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7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8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9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0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1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2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3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4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5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6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7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8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9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0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1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8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9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0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41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6" name="Text Box 24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87" name="Text Box 245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88" name="Group 246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0296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7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8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99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0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03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4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5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6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7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8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9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0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1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2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3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4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5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7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8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9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0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1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2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0379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0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1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2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3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4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5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6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7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8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9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0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1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2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3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4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5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6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7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8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3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4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5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6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7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8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0359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0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1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2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3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4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5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6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7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8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9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0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1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2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3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4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5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6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7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8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9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0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1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2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3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34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0339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0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1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2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3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4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5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6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7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8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9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0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1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2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3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4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5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6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7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8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35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6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7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8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9" name="Text Box 35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90" name="Group 351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0193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4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5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96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00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1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2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3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4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5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6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7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8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9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0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1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2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4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5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6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7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8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19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0276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7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8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9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0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1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2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3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4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5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6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7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8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9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0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1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2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3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4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5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0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1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2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3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4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25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0256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7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8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9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0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1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2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3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4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5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6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7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8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9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0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1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2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3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4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5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6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7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8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9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0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31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0236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7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8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9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0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1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2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3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4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5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6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7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8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9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0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1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2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3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4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5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32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3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5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91" name="Text Box 455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92" name="Text Box 45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8451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C082D6-4059-1751-6CB0-98D95C51649D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85890151"/>
      </p:ext>
    </p:extLst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4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3602039" y="4316414"/>
            <a:ext cx="2154237" cy="1011237"/>
            <a:chOff x="1551" y="3082"/>
            <a:chExt cx="1493" cy="721"/>
          </a:xfrm>
        </p:grpSpPr>
        <p:sp>
          <p:nvSpPr>
            <p:cNvPr id="50631" name="Freeform 5"/>
            <p:cNvSpPr>
              <a:spLocks/>
            </p:cNvSpPr>
            <p:nvPr/>
          </p:nvSpPr>
          <p:spPr bwMode="auto">
            <a:xfrm>
              <a:off x="1551" y="3082"/>
              <a:ext cx="1493" cy="721"/>
            </a:xfrm>
            <a:custGeom>
              <a:avLst/>
              <a:gdLst>
                <a:gd name="T0" fmla="*/ 104 w 1493"/>
                <a:gd name="T1" fmla="*/ 94 h 721"/>
                <a:gd name="T2" fmla="*/ 82 w 1493"/>
                <a:gd name="T3" fmla="*/ 98 h 721"/>
                <a:gd name="T4" fmla="*/ 63 w 1493"/>
                <a:gd name="T5" fmla="*/ 104 h 721"/>
                <a:gd name="T6" fmla="*/ 45 w 1493"/>
                <a:gd name="T7" fmla="*/ 111 h 721"/>
                <a:gd name="T8" fmla="*/ 29 w 1493"/>
                <a:gd name="T9" fmla="*/ 121 h 721"/>
                <a:gd name="T10" fmla="*/ 16 w 1493"/>
                <a:gd name="T11" fmla="*/ 131 h 721"/>
                <a:gd name="T12" fmla="*/ 6 w 1493"/>
                <a:gd name="T13" fmla="*/ 142 h 721"/>
                <a:gd name="T14" fmla="*/ 1 w 1493"/>
                <a:gd name="T15" fmla="*/ 154 h 721"/>
                <a:gd name="T16" fmla="*/ 0 w 1493"/>
                <a:gd name="T17" fmla="*/ 652 h 721"/>
                <a:gd name="T18" fmla="*/ 3 w 1493"/>
                <a:gd name="T19" fmla="*/ 666 h 721"/>
                <a:gd name="T20" fmla="*/ 11 w 1493"/>
                <a:gd name="T21" fmla="*/ 677 h 721"/>
                <a:gd name="T22" fmla="*/ 22 w 1493"/>
                <a:gd name="T23" fmla="*/ 689 h 721"/>
                <a:gd name="T24" fmla="*/ 37 w 1493"/>
                <a:gd name="T25" fmla="*/ 699 h 721"/>
                <a:gd name="T26" fmla="*/ 53 w 1493"/>
                <a:gd name="T27" fmla="*/ 707 h 721"/>
                <a:gd name="T28" fmla="*/ 72 w 1493"/>
                <a:gd name="T29" fmla="*/ 714 h 721"/>
                <a:gd name="T30" fmla="*/ 94 w 1493"/>
                <a:gd name="T31" fmla="*/ 718 h 721"/>
                <a:gd name="T32" fmla="*/ 116 w 1493"/>
                <a:gd name="T33" fmla="*/ 720 h 721"/>
                <a:gd name="T34" fmla="*/ 1385 w 1493"/>
                <a:gd name="T35" fmla="*/ 720 h 721"/>
                <a:gd name="T36" fmla="*/ 1406 w 1493"/>
                <a:gd name="T37" fmla="*/ 716 h 721"/>
                <a:gd name="T38" fmla="*/ 1426 w 1493"/>
                <a:gd name="T39" fmla="*/ 711 h 721"/>
                <a:gd name="T40" fmla="*/ 1444 w 1493"/>
                <a:gd name="T41" fmla="*/ 703 h 721"/>
                <a:gd name="T42" fmla="*/ 1460 w 1493"/>
                <a:gd name="T43" fmla="*/ 695 h 721"/>
                <a:gd name="T44" fmla="*/ 1472 w 1493"/>
                <a:gd name="T45" fmla="*/ 683 h 721"/>
                <a:gd name="T46" fmla="*/ 1482 w 1493"/>
                <a:gd name="T47" fmla="*/ 672 h 721"/>
                <a:gd name="T48" fmla="*/ 1488 w 1493"/>
                <a:gd name="T49" fmla="*/ 660 h 721"/>
                <a:gd name="T50" fmla="*/ 1492 w 1493"/>
                <a:gd name="T51" fmla="*/ 160 h 721"/>
                <a:gd name="T52" fmla="*/ 1486 w 1493"/>
                <a:gd name="T53" fmla="*/ 148 h 721"/>
                <a:gd name="T54" fmla="*/ 1478 w 1493"/>
                <a:gd name="T55" fmla="*/ 136 h 721"/>
                <a:gd name="T56" fmla="*/ 1467 w 1493"/>
                <a:gd name="T57" fmla="*/ 126 h 721"/>
                <a:gd name="T58" fmla="*/ 1453 w 1493"/>
                <a:gd name="T59" fmla="*/ 115 h 721"/>
                <a:gd name="T60" fmla="*/ 1436 w 1493"/>
                <a:gd name="T61" fmla="*/ 107 h 721"/>
                <a:gd name="T62" fmla="*/ 1417 w 1493"/>
                <a:gd name="T63" fmla="*/ 100 h 721"/>
                <a:gd name="T64" fmla="*/ 1396 w 1493"/>
                <a:gd name="T65" fmla="*/ 95 h 721"/>
                <a:gd name="T66" fmla="*/ 1375 w 1493"/>
                <a:gd name="T67" fmla="*/ 92 h 721"/>
                <a:gd name="T68" fmla="*/ 1371 w 1493"/>
                <a:gd name="T69" fmla="*/ 0 h 721"/>
                <a:gd name="T70" fmla="*/ 116 w 1493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93"/>
                <a:gd name="T109" fmla="*/ 0 h 721"/>
                <a:gd name="T110" fmla="*/ 1493 w 149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93" h="721">
                  <a:moveTo>
                    <a:pt x="116" y="92"/>
                  </a:moveTo>
                  <a:lnTo>
                    <a:pt x="104" y="94"/>
                  </a:lnTo>
                  <a:lnTo>
                    <a:pt x="94" y="95"/>
                  </a:lnTo>
                  <a:lnTo>
                    <a:pt x="82" y="98"/>
                  </a:lnTo>
                  <a:lnTo>
                    <a:pt x="72" y="100"/>
                  </a:lnTo>
                  <a:lnTo>
                    <a:pt x="63" y="104"/>
                  </a:lnTo>
                  <a:lnTo>
                    <a:pt x="53" y="107"/>
                  </a:lnTo>
                  <a:lnTo>
                    <a:pt x="45" y="111"/>
                  </a:lnTo>
                  <a:lnTo>
                    <a:pt x="37" y="115"/>
                  </a:lnTo>
                  <a:lnTo>
                    <a:pt x="29" y="121"/>
                  </a:lnTo>
                  <a:lnTo>
                    <a:pt x="22" y="126"/>
                  </a:lnTo>
                  <a:lnTo>
                    <a:pt x="16" y="131"/>
                  </a:lnTo>
                  <a:lnTo>
                    <a:pt x="11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1" y="154"/>
                  </a:lnTo>
                  <a:lnTo>
                    <a:pt x="0" y="160"/>
                  </a:lnTo>
                  <a:lnTo>
                    <a:pt x="0" y="652"/>
                  </a:lnTo>
                  <a:lnTo>
                    <a:pt x="1" y="660"/>
                  </a:lnTo>
                  <a:lnTo>
                    <a:pt x="3" y="666"/>
                  </a:lnTo>
                  <a:lnTo>
                    <a:pt x="6" y="672"/>
                  </a:lnTo>
                  <a:lnTo>
                    <a:pt x="11" y="677"/>
                  </a:lnTo>
                  <a:lnTo>
                    <a:pt x="16" y="683"/>
                  </a:lnTo>
                  <a:lnTo>
                    <a:pt x="22" y="689"/>
                  </a:lnTo>
                  <a:lnTo>
                    <a:pt x="29" y="695"/>
                  </a:lnTo>
                  <a:lnTo>
                    <a:pt x="37" y="699"/>
                  </a:lnTo>
                  <a:lnTo>
                    <a:pt x="45" y="703"/>
                  </a:lnTo>
                  <a:lnTo>
                    <a:pt x="53" y="707"/>
                  </a:lnTo>
                  <a:lnTo>
                    <a:pt x="63" y="711"/>
                  </a:lnTo>
                  <a:lnTo>
                    <a:pt x="72" y="714"/>
                  </a:lnTo>
                  <a:lnTo>
                    <a:pt x="82" y="716"/>
                  </a:lnTo>
                  <a:lnTo>
                    <a:pt x="94" y="718"/>
                  </a:lnTo>
                  <a:lnTo>
                    <a:pt x="104" y="720"/>
                  </a:lnTo>
                  <a:lnTo>
                    <a:pt x="116" y="720"/>
                  </a:lnTo>
                  <a:lnTo>
                    <a:pt x="1375" y="720"/>
                  </a:lnTo>
                  <a:lnTo>
                    <a:pt x="1385" y="720"/>
                  </a:lnTo>
                  <a:lnTo>
                    <a:pt x="1396" y="718"/>
                  </a:lnTo>
                  <a:lnTo>
                    <a:pt x="1406" y="716"/>
                  </a:lnTo>
                  <a:lnTo>
                    <a:pt x="1417" y="714"/>
                  </a:lnTo>
                  <a:lnTo>
                    <a:pt x="1426" y="711"/>
                  </a:lnTo>
                  <a:lnTo>
                    <a:pt x="1436" y="707"/>
                  </a:lnTo>
                  <a:lnTo>
                    <a:pt x="1444" y="703"/>
                  </a:lnTo>
                  <a:lnTo>
                    <a:pt x="1453" y="699"/>
                  </a:lnTo>
                  <a:lnTo>
                    <a:pt x="1460" y="695"/>
                  </a:lnTo>
                  <a:lnTo>
                    <a:pt x="1467" y="689"/>
                  </a:lnTo>
                  <a:lnTo>
                    <a:pt x="1472" y="683"/>
                  </a:lnTo>
                  <a:lnTo>
                    <a:pt x="1478" y="677"/>
                  </a:lnTo>
                  <a:lnTo>
                    <a:pt x="1482" y="672"/>
                  </a:lnTo>
                  <a:lnTo>
                    <a:pt x="1486" y="666"/>
                  </a:lnTo>
                  <a:lnTo>
                    <a:pt x="1488" y="660"/>
                  </a:lnTo>
                  <a:lnTo>
                    <a:pt x="1492" y="652"/>
                  </a:lnTo>
                  <a:lnTo>
                    <a:pt x="1492" y="160"/>
                  </a:lnTo>
                  <a:lnTo>
                    <a:pt x="1488" y="154"/>
                  </a:lnTo>
                  <a:lnTo>
                    <a:pt x="1486" y="148"/>
                  </a:lnTo>
                  <a:lnTo>
                    <a:pt x="1482" y="142"/>
                  </a:lnTo>
                  <a:lnTo>
                    <a:pt x="1478" y="136"/>
                  </a:lnTo>
                  <a:lnTo>
                    <a:pt x="1472" y="131"/>
                  </a:lnTo>
                  <a:lnTo>
                    <a:pt x="1467" y="126"/>
                  </a:lnTo>
                  <a:lnTo>
                    <a:pt x="1460" y="121"/>
                  </a:lnTo>
                  <a:lnTo>
                    <a:pt x="1453" y="115"/>
                  </a:lnTo>
                  <a:lnTo>
                    <a:pt x="1444" y="111"/>
                  </a:lnTo>
                  <a:lnTo>
                    <a:pt x="1436" y="107"/>
                  </a:lnTo>
                  <a:lnTo>
                    <a:pt x="1426" y="104"/>
                  </a:lnTo>
                  <a:lnTo>
                    <a:pt x="1417" y="100"/>
                  </a:lnTo>
                  <a:lnTo>
                    <a:pt x="1406" y="98"/>
                  </a:lnTo>
                  <a:lnTo>
                    <a:pt x="1396" y="95"/>
                  </a:lnTo>
                  <a:lnTo>
                    <a:pt x="1385" y="94"/>
                  </a:lnTo>
                  <a:lnTo>
                    <a:pt x="1375" y="92"/>
                  </a:lnTo>
                  <a:lnTo>
                    <a:pt x="1266" y="92"/>
                  </a:lnTo>
                  <a:lnTo>
                    <a:pt x="1371" y="0"/>
                  </a:lnTo>
                  <a:lnTo>
                    <a:pt x="1117" y="92"/>
                  </a:lnTo>
                  <a:lnTo>
                    <a:pt x="116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50632" name="Text Box 6"/>
            <p:cNvSpPr txBox="1">
              <a:spLocks noChangeArrowheads="1"/>
            </p:cNvSpPr>
            <p:nvPr/>
          </p:nvSpPr>
          <p:spPr bwMode="auto">
            <a:xfrm>
              <a:off x="1673" y="3225"/>
              <a:ext cx="1273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ftp.nominum.com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50182" name="Rectangle 8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0183" name="Group 9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0605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06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7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8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9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0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1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2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3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4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5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6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7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8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9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0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1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2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3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4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5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6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7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8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9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30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0184" name="Group 36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0502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3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4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5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9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0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1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2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3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4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5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6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7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8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9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0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1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3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4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5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6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7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28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0585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6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7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8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9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0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1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2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3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4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5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6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7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8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9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0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1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2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3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4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29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0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1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2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3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34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0565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6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7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8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9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0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1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2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3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4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5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6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7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8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9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0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1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2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3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4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35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6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7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8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9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40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0545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6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7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8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9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0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1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2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3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4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5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6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7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8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9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0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1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2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3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4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41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2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4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5" name="Group 140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0399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0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1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2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3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4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5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6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7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8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9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0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1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2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3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4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5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6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7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8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9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0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1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2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3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4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25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0482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3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4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5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6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7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8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9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0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1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2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3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4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5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6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7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8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9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0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1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26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7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8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9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0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1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0462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3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4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5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6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7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8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9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0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1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2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3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4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5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6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7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8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9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0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1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2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3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4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5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6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7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0442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3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4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5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6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7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8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9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0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1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2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3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4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5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6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7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8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9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0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1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8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9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0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41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6" name="Text Box 24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87" name="Text Box 245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88" name="Group 246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0296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7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8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99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0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03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4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5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6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7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8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9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0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1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2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3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4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5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7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8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9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0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1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2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0379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0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1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2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3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4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5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6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7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8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9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0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1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2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3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4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5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6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7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8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3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4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5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6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7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8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0359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0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1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2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3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4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5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6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7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8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9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0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1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2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3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4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5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6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7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8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9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0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1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2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3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34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0339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0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1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2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3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4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5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6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7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8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9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0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1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2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3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4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5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6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7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8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35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6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7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8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9" name="Text Box 35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90" name="Group 351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0193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4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5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96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00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1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2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3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4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5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6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7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8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9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0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1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2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4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5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6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7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8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19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0276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7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8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9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0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1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2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3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4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5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6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7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8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9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0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1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2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3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4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5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0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1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2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3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4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25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0256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7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8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9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0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1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2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3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4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5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6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7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8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9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0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1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2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3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4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5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6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7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8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9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0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31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0236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7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8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9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0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1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2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3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4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5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6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7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8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9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0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1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2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3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4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5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32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3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5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91" name="Text Box 45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92" name="Text Box 45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8451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C082D6-4059-1751-6CB0-98D95C51649D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93078912"/>
      </p:ext>
    </p:extLst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76803" name="Line 3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4932364" y="3590925"/>
            <a:ext cx="1036637" cy="27305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4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3602039" y="4316414"/>
            <a:ext cx="2154237" cy="1011237"/>
            <a:chOff x="1551" y="3082"/>
            <a:chExt cx="1493" cy="721"/>
          </a:xfrm>
        </p:grpSpPr>
        <p:sp>
          <p:nvSpPr>
            <p:cNvPr id="50631" name="Freeform 5"/>
            <p:cNvSpPr>
              <a:spLocks/>
            </p:cNvSpPr>
            <p:nvPr/>
          </p:nvSpPr>
          <p:spPr bwMode="auto">
            <a:xfrm>
              <a:off x="1551" y="3082"/>
              <a:ext cx="1493" cy="721"/>
            </a:xfrm>
            <a:custGeom>
              <a:avLst/>
              <a:gdLst>
                <a:gd name="T0" fmla="*/ 104 w 1493"/>
                <a:gd name="T1" fmla="*/ 94 h 721"/>
                <a:gd name="T2" fmla="*/ 82 w 1493"/>
                <a:gd name="T3" fmla="*/ 98 h 721"/>
                <a:gd name="T4" fmla="*/ 63 w 1493"/>
                <a:gd name="T5" fmla="*/ 104 h 721"/>
                <a:gd name="T6" fmla="*/ 45 w 1493"/>
                <a:gd name="T7" fmla="*/ 111 h 721"/>
                <a:gd name="T8" fmla="*/ 29 w 1493"/>
                <a:gd name="T9" fmla="*/ 121 h 721"/>
                <a:gd name="T10" fmla="*/ 16 w 1493"/>
                <a:gd name="T11" fmla="*/ 131 h 721"/>
                <a:gd name="T12" fmla="*/ 6 w 1493"/>
                <a:gd name="T13" fmla="*/ 142 h 721"/>
                <a:gd name="T14" fmla="*/ 1 w 1493"/>
                <a:gd name="T15" fmla="*/ 154 h 721"/>
                <a:gd name="T16" fmla="*/ 0 w 1493"/>
                <a:gd name="T17" fmla="*/ 652 h 721"/>
                <a:gd name="T18" fmla="*/ 3 w 1493"/>
                <a:gd name="T19" fmla="*/ 666 h 721"/>
                <a:gd name="T20" fmla="*/ 11 w 1493"/>
                <a:gd name="T21" fmla="*/ 677 h 721"/>
                <a:gd name="T22" fmla="*/ 22 w 1493"/>
                <a:gd name="T23" fmla="*/ 689 h 721"/>
                <a:gd name="T24" fmla="*/ 37 w 1493"/>
                <a:gd name="T25" fmla="*/ 699 h 721"/>
                <a:gd name="T26" fmla="*/ 53 w 1493"/>
                <a:gd name="T27" fmla="*/ 707 h 721"/>
                <a:gd name="T28" fmla="*/ 72 w 1493"/>
                <a:gd name="T29" fmla="*/ 714 h 721"/>
                <a:gd name="T30" fmla="*/ 94 w 1493"/>
                <a:gd name="T31" fmla="*/ 718 h 721"/>
                <a:gd name="T32" fmla="*/ 116 w 1493"/>
                <a:gd name="T33" fmla="*/ 720 h 721"/>
                <a:gd name="T34" fmla="*/ 1385 w 1493"/>
                <a:gd name="T35" fmla="*/ 720 h 721"/>
                <a:gd name="T36" fmla="*/ 1406 w 1493"/>
                <a:gd name="T37" fmla="*/ 716 h 721"/>
                <a:gd name="T38" fmla="*/ 1426 w 1493"/>
                <a:gd name="T39" fmla="*/ 711 h 721"/>
                <a:gd name="T40" fmla="*/ 1444 w 1493"/>
                <a:gd name="T41" fmla="*/ 703 h 721"/>
                <a:gd name="T42" fmla="*/ 1460 w 1493"/>
                <a:gd name="T43" fmla="*/ 695 h 721"/>
                <a:gd name="T44" fmla="*/ 1472 w 1493"/>
                <a:gd name="T45" fmla="*/ 683 h 721"/>
                <a:gd name="T46" fmla="*/ 1482 w 1493"/>
                <a:gd name="T47" fmla="*/ 672 h 721"/>
                <a:gd name="T48" fmla="*/ 1488 w 1493"/>
                <a:gd name="T49" fmla="*/ 660 h 721"/>
                <a:gd name="T50" fmla="*/ 1492 w 1493"/>
                <a:gd name="T51" fmla="*/ 160 h 721"/>
                <a:gd name="T52" fmla="*/ 1486 w 1493"/>
                <a:gd name="T53" fmla="*/ 148 h 721"/>
                <a:gd name="T54" fmla="*/ 1478 w 1493"/>
                <a:gd name="T55" fmla="*/ 136 h 721"/>
                <a:gd name="T56" fmla="*/ 1467 w 1493"/>
                <a:gd name="T57" fmla="*/ 126 h 721"/>
                <a:gd name="T58" fmla="*/ 1453 w 1493"/>
                <a:gd name="T59" fmla="*/ 115 h 721"/>
                <a:gd name="T60" fmla="*/ 1436 w 1493"/>
                <a:gd name="T61" fmla="*/ 107 h 721"/>
                <a:gd name="T62" fmla="*/ 1417 w 1493"/>
                <a:gd name="T63" fmla="*/ 100 h 721"/>
                <a:gd name="T64" fmla="*/ 1396 w 1493"/>
                <a:gd name="T65" fmla="*/ 95 h 721"/>
                <a:gd name="T66" fmla="*/ 1375 w 1493"/>
                <a:gd name="T67" fmla="*/ 92 h 721"/>
                <a:gd name="T68" fmla="*/ 1371 w 1493"/>
                <a:gd name="T69" fmla="*/ 0 h 721"/>
                <a:gd name="T70" fmla="*/ 116 w 1493"/>
                <a:gd name="T71" fmla="*/ 92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93"/>
                <a:gd name="T109" fmla="*/ 0 h 721"/>
                <a:gd name="T110" fmla="*/ 1493 w 1493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93" h="721">
                  <a:moveTo>
                    <a:pt x="116" y="92"/>
                  </a:moveTo>
                  <a:lnTo>
                    <a:pt x="104" y="94"/>
                  </a:lnTo>
                  <a:lnTo>
                    <a:pt x="94" y="95"/>
                  </a:lnTo>
                  <a:lnTo>
                    <a:pt x="82" y="98"/>
                  </a:lnTo>
                  <a:lnTo>
                    <a:pt x="72" y="100"/>
                  </a:lnTo>
                  <a:lnTo>
                    <a:pt x="63" y="104"/>
                  </a:lnTo>
                  <a:lnTo>
                    <a:pt x="53" y="107"/>
                  </a:lnTo>
                  <a:lnTo>
                    <a:pt x="45" y="111"/>
                  </a:lnTo>
                  <a:lnTo>
                    <a:pt x="37" y="115"/>
                  </a:lnTo>
                  <a:lnTo>
                    <a:pt x="29" y="121"/>
                  </a:lnTo>
                  <a:lnTo>
                    <a:pt x="22" y="126"/>
                  </a:lnTo>
                  <a:lnTo>
                    <a:pt x="16" y="131"/>
                  </a:lnTo>
                  <a:lnTo>
                    <a:pt x="11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1" y="154"/>
                  </a:lnTo>
                  <a:lnTo>
                    <a:pt x="0" y="160"/>
                  </a:lnTo>
                  <a:lnTo>
                    <a:pt x="0" y="652"/>
                  </a:lnTo>
                  <a:lnTo>
                    <a:pt x="1" y="660"/>
                  </a:lnTo>
                  <a:lnTo>
                    <a:pt x="3" y="666"/>
                  </a:lnTo>
                  <a:lnTo>
                    <a:pt x="6" y="672"/>
                  </a:lnTo>
                  <a:lnTo>
                    <a:pt x="11" y="677"/>
                  </a:lnTo>
                  <a:lnTo>
                    <a:pt x="16" y="683"/>
                  </a:lnTo>
                  <a:lnTo>
                    <a:pt x="22" y="689"/>
                  </a:lnTo>
                  <a:lnTo>
                    <a:pt x="29" y="695"/>
                  </a:lnTo>
                  <a:lnTo>
                    <a:pt x="37" y="699"/>
                  </a:lnTo>
                  <a:lnTo>
                    <a:pt x="45" y="703"/>
                  </a:lnTo>
                  <a:lnTo>
                    <a:pt x="53" y="707"/>
                  </a:lnTo>
                  <a:lnTo>
                    <a:pt x="63" y="711"/>
                  </a:lnTo>
                  <a:lnTo>
                    <a:pt x="72" y="714"/>
                  </a:lnTo>
                  <a:lnTo>
                    <a:pt x="82" y="716"/>
                  </a:lnTo>
                  <a:lnTo>
                    <a:pt x="94" y="718"/>
                  </a:lnTo>
                  <a:lnTo>
                    <a:pt x="104" y="720"/>
                  </a:lnTo>
                  <a:lnTo>
                    <a:pt x="116" y="720"/>
                  </a:lnTo>
                  <a:lnTo>
                    <a:pt x="1375" y="720"/>
                  </a:lnTo>
                  <a:lnTo>
                    <a:pt x="1385" y="720"/>
                  </a:lnTo>
                  <a:lnTo>
                    <a:pt x="1396" y="718"/>
                  </a:lnTo>
                  <a:lnTo>
                    <a:pt x="1406" y="716"/>
                  </a:lnTo>
                  <a:lnTo>
                    <a:pt x="1417" y="714"/>
                  </a:lnTo>
                  <a:lnTo>
                    <a:pt x="1426" y="711"/>
                  </a:lnTo>
                  <a:lnTo>
                    <a:pt x="1436" y="707"/>
                  </a:lnTo>
                  <a:lnTo>
                    <a:pt x="1444" y="703"/>
                  </a:lnTo>
                  <a:lnTo>
                    <a:pt x="1453" y="699"/>
                  </a:lnTo>
                  <a:lnTo>
                    <a:pt x="1460" y="695"/>
                  </a:lnTo>
                  <a:lnTo>
                    <a:pt x="1467" y="689"/>
                  </a:lnTo>
                  <a:lnTo>
                    <a:pt x="1472" y="683"/>
                  </a:lnTo>
                  <a:lnTo>
                    <a:pt x="1478" y="677"/>
                  </a:lnTo>
                  <a:lnTo>
                    <a:pt x="1482" y="672"/>
                  </a:lnTo>
                  <a:lnTo>
                    <a:pt x="1486" y="666"/>
                  </a:lnTo>
                  <a:lnTo>
                    <a:pt x="1488" y="660"/>
                  </a:lnTo>
                  <a:lnTo>
                    <a:pt x="1492" y="652"/>
                  </a:lnTo>
                  <a:lnTo>
                    <a:pt x="1492" y="160"/>
                  </a:lnTo>
                  <a:lnTo>
                    <a:pt x="1488" y="154"/>
                  </a:lnTo>
                  <a:lnTo>
                    <a:pt x="1486" y="148"/>
                  </a:lnTo>
                  <a:lnTo>
                    <a:pt x="1482" y="142"/>
                  </a:lnTo>
                  <a:lnTo>
                    <a:pt x="1478" y="136"/>
                  </a:lnTo>
                  <a:lnTo>
                    <a:pt x="1472" y="131"/>
                  </a:lnTo>
                  <a:lnTo>
                    <a:pt x="1467" y="126"/>
                  </a:lnTo>
                  <a:lnTo>
                    <a:pt x="1460" y="121"/>
                  </a:lnTo>
                  <a:lnTo>
                    <a:pt x="1453" y="115"/>
                  </a:lnTo>
                  <a:lnTo>
                    <a:pt x="1444" y="111"/>
                  </a:lnTo>
                  <a:lnTo>
                    <a:pt x="1436" y="107"/>
                  </a:lnTo>
                  <a:lnTo>
                    <a:pt x="1426" y="104"/>
                  </a:lnTo>
                  <a:lnTo>
                    <a:pt x="1417" y="100"/>
                  </a:lnTo>
                  <a:lnTo>
                    <a:pt x="1406" y="98"/>
                  </a:lnTo>
                  <a:lnTo>
                    <a:pt x="1396" y="95"/>
                  </a:lnTo>
                  <a:lnTo>
                    <a:pt x="1385" y="94"/>
                  </a:lnTo>
                  <a:lnTo>
                    <a:pt x="1375" y="92"/>
                  </a:lnTo>
                  <a:lnTo>
                    <a:pt x="1266" y="92"/>
                  </a:lnTo>
                  <a:lnTo>
                    <a:pt x="1371" y="0"/>
                  </a:lnTo>
                  <a:lnTo>
                    <a:pt x="1117" y="92"/>
                  </a:lnTo>
                  <a:lnTo>
                    <a:pt x="116" y="92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50632" name="Text Box 6"/>
            <p:cNvSpPr txBox="1">
              <a:spLocks noChangeArrowheads="1"/>
            </p:cNvSpPr>
            <p:nvPr/>
          </p:nvSpPr>
          <p:spPr bwMode="auto">
            <a:xfrm>
              <a:off x="1673" y="3225"/>
              <a:ext cx="1273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ftp.nominum.com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50182" name="Rectangle 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</a:t>
            </a:r>
            <a:r>
              <a:rPr lang="en-US" altLang="zh-CN" i="1">
                <a:ea typeface="SimSun" panose="02010600030101010101" pitchFamily="2" charset="-122"/>
              </a:rPr>
              <a:t>nominum.com</a:t>
            </a:r>
            <a:r>
              <a:rPr lang="en-US" altLang="zh-CN">
                <a:ea typeface="SimSun" panose="02010600030101010101" pitchFamily="2" charset="-122"/>
              </a:rPr>
              <a:t> name server </a:t>
            </a:r>
            <a:r>
              <a:rPr lang="en-US" altLang="zh-CN" i="1">
                <a:ea typeface="SimSun" panose="02010600030101010101" pitchFamily="2" charset="-122"/>
              </a:rPr>
              <a:t>ns1.sanjose</a:t>
            </a:r>
            <a:r>
              <a:rPr lang="en-US" altLang="zh-CN">
                <a:ea typeface="SimSun" panose="02010600030101010101" pitchFamily="2" charset="-122"/>
              </a:rPr>
              <a:t> responds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0183" name="Group 9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0605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06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7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8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9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0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1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2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3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4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5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6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17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8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19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0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1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22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3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4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5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6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627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8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29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630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0184" name="Group 36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0502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3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04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5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09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0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1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2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3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4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5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6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7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8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19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0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1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3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4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5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6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27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28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0585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6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7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8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9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0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1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2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3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4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5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6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7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8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99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0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1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2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3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604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29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0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1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2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3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34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0565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6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7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8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9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0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1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2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3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4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5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6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7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8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79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0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1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2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3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84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35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6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7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8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39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540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0545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6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7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8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49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0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1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2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3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4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5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6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7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8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9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0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1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2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3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4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541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2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44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5" name="Group 140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0399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0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1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2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3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4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05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06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7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8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09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0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1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2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3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4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5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6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7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18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19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0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1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2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3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4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25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0482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3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4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5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6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7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8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9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0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1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2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3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4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5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6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7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8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9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0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1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26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7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8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29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0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1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0462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3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4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5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6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7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8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9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0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1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2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3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4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5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6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7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8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9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0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1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2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3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4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5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6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437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0442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3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4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5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6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7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8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9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0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1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2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3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4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5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6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7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8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9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0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1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438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39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40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41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6" name="Text Box 24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87" name="Text Box 245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88" name="Group 246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0296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7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98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99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0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1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02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03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4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5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6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7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8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09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0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1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2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3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4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5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16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7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8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19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0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1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2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0379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0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1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2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3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4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5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6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7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8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9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0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1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2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3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4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5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6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7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8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3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4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5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6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27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28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0359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0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1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2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3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4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5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6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7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8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9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0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1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2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3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4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5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6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7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8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29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0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1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2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3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334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0339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0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1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2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3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4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5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6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7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8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9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0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1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2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3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4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5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6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7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8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335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6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37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38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9" name="Text Box 350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0190" name="Group 351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0193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4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95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96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00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1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2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3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4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5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6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7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8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09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0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1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2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4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5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6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7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18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19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0276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7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8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9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0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1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2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3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4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5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6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7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8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9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0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1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2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3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4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5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0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1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2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3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4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25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0256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7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8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9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0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1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2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3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4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5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6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7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8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9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0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1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2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3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4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5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26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7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8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29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0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0231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0236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7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8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39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0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1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2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3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4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5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6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7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8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49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0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1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2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3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4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5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0232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3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35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91" name="Text Box 45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0192" name="Text Box 456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845176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C082D6-4059-1751-6CB0-98D95C51649D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0325885"/>
      </p:ext>
    </p:extLst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sp>
        <p:nvSpPr>
          <p:cNvPr id="51206" name="Rectangle 8"/>
          <p:cNvSpPr>
            <a:spLocks noGrp="1" noChangeArrowheads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1207" name="Group 9"/>
          <p:cNvGrpSpPr>
            <a:grpSpLocks/>
          </p:cNvGrpSpPr>
          <p:nvPr>
            <p:custDataLst>
              <p:tags r:id="rId4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1629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0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6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7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8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9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0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1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2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3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4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2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3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4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1208" name="Group 36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1526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7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8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29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0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1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2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33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4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5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6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7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8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9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0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1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2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3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4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5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6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7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8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9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0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1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2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1609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0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1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2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3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4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5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6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7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8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9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0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1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2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3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4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5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6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7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8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3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4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5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6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7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8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1589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0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1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2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3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4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5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6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7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8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9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0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1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2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3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4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5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6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7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8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9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0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1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2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3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64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1569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0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1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2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3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4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5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6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7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8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9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0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1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2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3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4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5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6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7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8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65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6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8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9" name="Group 140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1423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4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5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26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7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30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1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2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3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4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5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6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7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8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9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0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1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2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4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5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6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7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8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49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1506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7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8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9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0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1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2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3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4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5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6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7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8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9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0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1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2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3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4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5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0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1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2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3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4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55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1486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7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8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9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0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1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2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3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4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5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6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7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8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9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0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1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2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3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4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5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6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7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8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9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0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61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1466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7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8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9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0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1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2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3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4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5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6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7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8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9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0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1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2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3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4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5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62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3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4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5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0" name="Text Box 24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1" name="Text Box 245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2" name="Group 246"/>
          <p:cNvGrpSpPr>
            <a:grpSpLocks/>
          </p:cNvGrpSpPr>
          <p:nvPr>
            <p:custDataLst>
              <p:tags r:id="rId9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132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4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140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4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138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136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3" name="Text Box 35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4" name="Group 351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121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130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4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128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5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126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5" name="Text Box 455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6" name="Text Box 45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E6B059-76A8-5C40-61AA-234A048D8077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31953944"/>
      </p:ext>
    </p:extLst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3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897439" y="2486025"/>
            <a:ext cx="2154237" cy="1009650"/>
            <a:chOff x="2338" y="1582"/>
            <a:chExt cx="1492" cy="721"/>
          </a:xfrm>
        </p:grpSpPr>
        <p:sp>
          <p:nvSpPr>
            <p:cNvPr id="51655" name="Freeform 4"/>
            <p:cNvSpPr>
              <a:spLocks/>
            </p:cNvSpPr>
            <p:nvPr/>
          </p:nvSpPr>
          <p:spPr bwMode="auto">
            <a:xfrm>
              <a:off x="2338" y="1582"/>
              <a:ext cx="1492" cy="721"/>
            </a:xfrm>
            <a:custGeom>
              <a:avLst/>
              <a:gdLst>
                <a:gd name="T0" fmla="*/ 1385 w 1492"/>
                <a:gd name="T1" fmla="*/ 628 h 721"/>
                <a:gd name="T2" fmla="*/ 1407 w 1492"/>
                <a:gd name="T3" fmla="*/ 625 h 721"/>
                <a:gd name="T4" fmla="*/ 1427 w 1492"/>
                <a:gd name="T5" fmla="*/ 619 h 721"/>
                <a:gd name="T6" fmla="*/ 1444 w 1492"/>
                <a:gd name="T7" fmla="*/ 612 h 721"/>
                <a:gd name="T8" fmla="*/ 1460 w 1492"/>
                <a:gd name="T9" fmla="*/ 603 h 721"/>
                <a:gd name="T10" fmla="*/ 1473 w 1492"/>
                <a:gd name="T11" fmla="*/ 592 h 721"/>
                <a:gd name="T12" fmla="*/ 1483 w 1492"/>
                <a:gd name="T13" fmla="*/ 580 h 721"/>
                <a:gd name="T14" fmla="*/ 1489 w 1492"/>
                <a:gd name="T15" fmla="*/ 568 h 721"/>
                <a:gd name="T16" fmla="*/ 1491 w 1492"/>
                <a:gd name="T17" fmla="*/ 68 h 721"/>
                <a:gd name="T18" fmla="*/ 1487 w 1492"/>
                <a:gd name="T19" fmla="*/ 56 h 721"/>
                <a:gd name="T20" fmla="*/ 1479 w 1492"/>
                <a:gd name="T21" fmla="*/ 44 h 721"/>
                <a:gd name="T22" fmla="*/ 1468 w 1492"/>
                <a:gd name="T23" fmla="*/ 34 h 721"/>
                <a:gd name="T24" fmla="*/ 1454 w 1492"/>
                <a:gd name="T25" fmla="*/ 23 h 721"/>
                <a:gd name="T26" fmla="*/ 1437 w 1492"/>
                <a:gd name="T27" fmla="*/ 15 h 721"/>
                <a:gd name="T28" fmla="*/ 1418 w 1492"/>
                <a:gd name="T29" fmla="*/ 8 h 721"/>
                <a:gd name="T30" fmla="*/ 1397 w 1492"/>
                <a:gd name="T31" fmla="*/ 3 h 721"/>
                <a:gd name="T32" fmla="*/ 1375 w 1492"/>
                <a:gd name="T33" fmla="*/ 0 h 721"/>
                <a:gd name="T34" fmla="*/ 104 w 1492"/>
                <a:gd name="T35" fmla="*/ 2 h 721"/>
                <a:gd name="T36" fmla="*/ 82 w 1492"/>
                <a:gd name="T37" fmla="*/ 6 h 721"/>
                <a:gd name="T38" fmla="*/ 62 w 1492"/>
                <a:gd name="T39" fmla="*/ 12 h 721"/>
                <a:gd name="T40" fmla="*/ 45 w 1492"/>
                <a:gd name="T41" fmla="*/ 19 h 721"/>
                <a:gd name="T42" fmla="*/ 29 w 1492"/>
                <a:gd name="T43" fmla="*/ 29 h 721"/>
                <a:gd name="T44" fmla="*/ 16 w 1492"/>
                <a:gd name="T45" fmla="*/ 40 h 721"/>
                <a:gd name="T46" fmla="*/ 7 w 1492"/>
                <a:gd name="T47" fmla="*/ 50 h 721"/>
                <a:gd name="T48" fmla="*/ 1 w 1492"/>
                <a:gd name="T49" fmla="*/ 62 h 721"/>
                <a:gd name="T50" fmla="*/ 0 w 1492"/>
                <a:gd name="T51" fmla="*/ 560 h 721"/>
                <a:gd name="T52" fmla="*/ 3 w 1492"/>
                <a:gd name="T53" fmla="*/ 574 h 721"/>
                <a:gd name="T54" fmla="*/ 11 w 1492"/>
                <a:gd name="T55" fmla="*/ 586 h 721"/>
                <a:gd name="T56" fmla="*/ 21 w 1492"/>
                <a:gd name="T57" fmla="*/ 598 h 721"/>
                <a:gd name="T58" fmla="*/ 37 w 1492"/>
                <a:gd name="T59" fmla="*/ 607 h 721"/>
                <a:gd name="T60" fmla="*/ 53 w 1492"/>
                <a:gd name="T61" fmla="*/ 615 h 721"/>
                <a:gd name="T62" fmla="*/ 73 w 1492"/>
                <a:gd name="T63" fmla="*/ 622 h 721"/>
                <a:gd name="T64" fmla="*/ 94 w 1492"/>
                <a:gd name="T65" fmla="*/ 627 h 721"/>
                <a:gd name="T66" fmla="*/ 116 w 1492"/>
                <a:gd name="T67" fmla="*/ 628 h 721"/>
                <a:gd name="T68" fmla="*/ 120 w 1492"/>
                <a:gd name="T69" fmla="*/ 720 h 721"/>
                <a:gd name="T70" fmla="*/ 1375 w 1492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92"/>
                <a:gd name="T109" fmla="*/ 0 h 721"/>
                <a:gd name="T110" fmla="*/ 1492 w 1492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92" h="721">
                  <a:moveTo>
                    <a:pt x="1375" y="628"/>
                  </a:moveTo>
                  <a:lnTo>
                    <a:pt x="1385" y="628"/>
                  </a:lnTo>
                  <a:lnTo>
                    <a:pt x="1397" y="627"/>
                  </a:lnTo>
                  <a:lnTo>
                    <a:pt x="1407" y="625"/>
                  </a:lnTo>
                  <a:lnTo>
                    <a:pt x="1418" y="622"/>
                  </a:lnTo>
                  <a:lnTo>
                    <a:pt x="1427" y="619"/>
                  </a:lnTo>
                  <a:lnTo>
                    <a:pt x="1437" y="615"/>
                  </a:lnTo>
                  <a:lnTo>
                    <a:pt x="1444" y="612"/>
                  </a:lnTo>
                  <a:lnTo>
                    <a:pt x="1454" y="607"/>
                  </a:lnTo>
                  <a:lnTo>
                    <a:pt x="1460" y="603"/>
                  </a:lnTo>
                  <a:lnTo>
                    <a:pt x="1468" y="598"/>
                  </a:lnTo>
                  <a:lnTo>
                    <a:pt x="1473" y="592"/>
                  </a:lnTo>
                  <a:lnTo>
                    <a:pt x="1479" y="586"/>
                  </a:lnTo>
                  <a:lnTo>
                    <a:pt x="1483" y="580"/>
                  </a:lnTo>
                  <a:lnTo>
                    <a:pt x="1487" y="574"/>
                  </a:lnTo>
                  <a:lnTo>
                    <a:pt x="1489" y="568"/>
                  </a:lnTo>
                  <a:lnTo>
                    <a:pt x="1491" y="560"/>
                  </a:lnTo>
                  <a:lnTo>
                    <a:pt x="1491" y="68"/>
                  </a:lnTo>
                  <a:lnTo>
                    <a:pt x="1489" y="62"/>
                  </a:lnTo>
                  <a:lnTo>
                    <a:pt x="1487" y="56"/>
                  </a:lnTo>
                  <a:lnTo>
                    <a:pt x="1483" y="50"/>
                  </a:lnTo>
                  <a:lnTo>
                    <a:pt x="1479" y="44"/>
                  </a:lnTo>
                  <a:lnTo>
                    <a:pt x="1473" y="40"/>
                  </a:lnTo>
                  <a:lnTo>
                    <a:pt x="1468" y="34"/>
                  </a:lnTo>
                  <a:lnTo>
                    <a:pt x="1460" y="29"/>
                  </a:lnTo>
                  <a:lnTo>
                    <a:pt x="1454" y="23"/>
                  </a:lnTo>
                  <a:lnTo>
                    <a:pt x="1444" y="19"/>
                  </a:lnTo>
                  <a:lnTo>
                    <a:pt x="1437" y="15"/>
                  </a:lnTo>
                  <a:lnTo>
                    <a:pt x="1427" y="12"/>
                  </a:lnTo>
                  <a:lnTo>
                    <a:pt x="1418" y="8"/>
                  </a:lnTo>
                  <a:lnTo>
                    <a:pt x="1407" y="6"/>
                  </a:lnTo>
                  <a:lnTo>
                    <a:pt x="1397" y="3"/>
                  </a:lnTo>
                  <a:lnTo>
                    <a:pt x="1385" y="2"/>
                  </a:lnTo>
                  <a:lnTo>
                    <a:pt x="1375" y="0"/>
                  </a:lnTo>
                  <a:lnTo>
                    <a:pt x="116" y="0"/>
                  </a:lnTo>
                  <a:lnTo>
                    <a:pt x="104" y="2"/>
                  </a:lnTo>
                  <a:lnTo>
                    <a:pt x="94" y="3"/>
                  </a:lnTo>
                  <a:lnTo>
                    <a:pt x="82" y="6"/>
                  </a:lnTo>
                  <a:lnTo>
                    <a:pt x="73" y="8"/>
                  </a:lnTo>
                  <a:lnTo>
                    <a:pt x="62" y="12"/>
                  </a:lnTo>
                  <a:lnTo>
                    <a:pt x="53" y="15"/>
                  </a:lnTo>
                  <a:lnTo>
                    <a:pt x="45" y="19"/>
                  </a:lnTo>
                  <a:lnTo>
                    <a:pt x="37" y="23"/>
                  </a:lnTo>
                  <a:lnTo>
                    <a:pt x="29" y="29"/>
                  </a:lnTo>
                  <a:lnTo>
                    <a:pt x="21" y="34"/>
                  </a:lnTo>
                  <a:lnTo>
                    <a:pt x="16" y="40"/>
                  </a:lnTo>
                  <a:lnTo>
                    <a:pt x="11" y="44"/>
                  </a:lnTo>
                  <a:lnTo>
                    <a:pt x="7" y="50"/>
                  </a:lnTo>
                  <a:lnTo>
                    <a:pt x="3" y="56"/>
                  </a:lnTo>
                  <a:lnTo>
                    <a:pt x="1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1" y="568"/>
                  </a:lnTo>
                  <a:lnTo>
                    <a:pt x="3" y="574"/>
                  </a:lnTo>
                  <a:lnTo>
                    <a:pt x="7" y="580"/>
                  </a:lnTo>
                  <a:lnTo>
                    <a:pt x="11" y="586"/>
                  </a:lnTo>
                  <a:lnTo>
                    <a:pt x="16" y="592"/>
                  </a:lnTo>
                  <a:lnTo>
                    <a:pt x="21" y="598"/>
                  </a:lnTo>
                  <a:lnTo>
                    <a:pt x="29" y="603"/>
                  </a:lnTo>
                  <a:lnTo>
                    <a:pt x="37" y="607"/>
                  </a:lnTo>
                  <a:lnTo>
                    <a:pt x="45" y="612"/>
                  </a:lnTo>
                  <a:lnTo>
                    <a:pt x="53" y="615"/>
                  </a:lnTo>
                  <a:lnTo>
                    <a:pt x="62" y="619"/>
                  </a:lnTo>
                  <a:lnTo>
                    <a:pt x="73" y="622"/>
                  </a:lnTo>
                  <a:lnTo>
                    <a:pt x="82" y="625"/>
                  </a:lnTo>
                  <a:lnTo>
                    <a:pt x="94" y="627"/>
                  </a:lnTo>
                  <a:lnTo>
                    <a:pt x="104" y="628"/>
                  </a:lnTo>
                  <a:lnTo>
                    <a:pt x="116" y="628"/>
                  </a:lnTo>
                  <a:lnTo>
                    <a:pt x="226" y="628"/>
                  </a:lnTo>
                  <a:lnTo>
                    <a:pt x="120" y="720"/>
                  </a:lnTo>
                  <a:lnTo>
                    <a:pt x="374" y="628"/>
                  </a:lnTo>
                  <a:lnTo>
                    <a:pt x="1375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51656" name="Text Box 5"/>
            <p:cNvSpPr txBox="1">
              <a:spLocks noChangeArrowheads="1"/>
            </p:cNvSpPr>
            <p:nvPr/>
          </p:nvSpPr>
          <p:spPr bwMode="auto">
            <a:xfrm>
              <a:off x="2495" y="1651"/>
              <a:ext cx="1273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ftp.nominum.com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51206" name="Rectangle 8"/>
          <p:cNvSpPr>
            <a:spLocks noGrp="1" noChangeArrowheads="1"/>
          </p:cNvSpPr>
          <p:nvPr>
            <p:ph type="body" idx="1"/>
            <p:custDataLst>
              <p:tags r:id="rId4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1207" name="Group 9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1629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0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6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7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8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9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0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1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2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3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4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2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3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4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1208" name="Group 36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1526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7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8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29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0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1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2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33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4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5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6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7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8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9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0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1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2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3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4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5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6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7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8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9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0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1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2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1609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0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1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2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3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4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5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6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7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8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9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0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1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2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3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4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5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6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7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8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3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4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5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6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7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8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1589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0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1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2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3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4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5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6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7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8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9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0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1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2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3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4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5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6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7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8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9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0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1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2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3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64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1569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0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1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2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3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4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5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6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7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8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9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0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1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2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3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4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5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6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7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8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65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6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8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9" name="Group 140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1423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4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5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26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7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30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1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2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3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4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5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6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7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8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9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0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1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2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4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5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6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7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8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49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1506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7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8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9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0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1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2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3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4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5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6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7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8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9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0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1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2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3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4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5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0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1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2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3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4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55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1486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7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8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9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0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1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2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3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4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5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6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7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8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9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0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1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2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3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4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5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6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7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8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9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0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61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1466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7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8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9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0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1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2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3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4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5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6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7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8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9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0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1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2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3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4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5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62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3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4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5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0" name="Text Box 24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1" name="Text Box 245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2" name="Group 246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132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4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140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4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138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136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3" name="Text Box 35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4" name="Group 351"/>
          <p:cNvGrpSpPr>
            <a:grpSpLocks/>
          </p:cNvGrpSpPr>
          <p:nvPr>
            <p:custDataLst>
              <p:tags r:id="rId12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121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130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4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128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5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126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5" name="Text Box 45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6" name="Text Box 45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E6B059-76A8-5C40-61AA-234A048D8077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76929415"/>
      </p:ext>
    </p:extLst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ext Box 2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657601" y="5867400"/>
            <a:ext cx="3635375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434975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434975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rgbClr val="808080"/>
              </a:buClr>
              <a:buSzPct val="90000"/>
              <a:buFont typeface="Monotype Sorts" charset="2"/>
              <a:buNone/>
            </a:pPr>
            <a:r>
              <a:rPr lang="en-US" altLang="zh-CN" sz="2200">
                <a:solidFill>
                  <a:srgbClr val="000000"/>
                </a:solidFill>
                <a:latin typeface="Courier New" panose="02070309020205020404" pitchFamily="49" charset="0"/>
                <a:ea typeface="SimSun" panose="02010600030101010101" pitchFamily="2" charset="-122"/>
              </a:rPr>
              <a:t>ping ftp.nominum.com.</a:t>
            </a:r>
            <a:endParaRPr lang="en-US" altLang="zh-CN" sz="2200">
              <a:ea typeface="SimSun" panose="02010600030101010101" pitchFamily="2" charset="-122"/>
            </a:endParaRPr>
          </a:p>
        </p:txBody>
      </p:sp>
      <p:grpSp>
        <p:nvGrpSpPr>
          <p:cNvPr id="2" name="Group 3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897439" y="2486025"/>
            <a:ext cx="2154237" cy="1009650"/>
            <a:chOff x="2338" y="1582"/>
            <a:chExt cx="1492" cy="721"/>
          </a:xfrm>
        </p:grpSpPr>
        <p:sp>
          <p:nvSpPr>
            <p:cNvPr id="51655" name="Freeform 4"/>
            <p:cNvSpPr>
              <a:spLocks/>
            </p:cNvSpPr>
            <p:nvPr/>
          </p:nvSpPr>
          <p:spPr bwMode="auto">
            <a:xfrm>
              <a:off x="2338" y="1582"/>
              <a:ext cx="1492" cy="721"/>
            </a:xfrm>
            <a:custGeom>
              <a:avLst/>
              <a:gdLst>
                <a:gd name="T0" fmla="*/ 1385 w 1492"/>
                <a:gd name="T1" fmla="*/ 628 h 721"/>
                <a:gd name="T2" fmla="*/ 1407 w 1492"/>
                <a:gd name="T3" fmla="*/ 625 h 721"/>
                <a:gd name="T4" fmla="*/ 1427 w 1492"/>
                <a:gd name="T5" fmla="*/ 619 h 721"/>
                <a:gd name="T6" fmla="*/ 1444 w 1492"/>
                <a:gd name="T7" fmla="*/ 612 h 721"/>
                <a:gd name="T8" fmla="*/ 1460 w 1492"/>
                <a:gd name="T9" fmla="*/ 603 h 721"/>
                <a:gd name="T10" fmla="*/ 1473 w 1492"/>
                <a:gd name="T11" fmla="*/ 592 h 721"/>
                <a:gd name="T12" fmla="*/ 1483 w 1492"/>
                <a:gd name="T13" fmla="*/ 580 h 721"/>
                <a:gd name="T14" fmla="*/ 1489 w 1492"/>
                <a:gd name="T15" fmla="*/ 568 h 721"/>
                <a:gd name="T16" fmla="*/ 1491 w 1492"/>
                <a:gd name="T17" fmla="*/ 68 h 721"/>
                <a:gd name="T18" fmla="*/ 1487 w 1492"/>
                <a:gd name="T19" fmla="*/ 56 h 721"/>
                <a:gd name="T20" fmla="*/ 1479 w 1492"/>
                <a:gd name="T21" fmla="*/ 44 h 721"/>
                <a:gd name="T22" fmla="*/ 1468 w 1492"/>
                <a:gd name="T23" fmla="*/ 34 h 721"/>
                <a:gd name="T24" fmla="*/ 1454 w 1492"/>
                <a:gd name="T25" fmla="*/ 23 h 721"/>
                <a:gd name="T26" fmla="*/ 1437 w 1492"/>
                <a:gd name="T27" fmla="*/ 15 h 721"/>
                <a:gd name="T28" fmla="*/ 1418 w 1492"/>
                <a:gd name="T29" fmla="*/ 8 h 721"/>
                <a:gd name="T30" fmla="*/ 1397 w 1492"/>
                <a:gd name="T31" fmla="*/ 3 h 721"/>
                <a:gd name="T32" fmla="*/ 1375 w 1492"/>
                <a:gd name="T33" fmla="*/ 0 h 721"/>
                <a:gd name="T34" fmla="*/ 104 w 1492"/>
                <a:gd name="T35" fmla="*/ 2 h 721"/>
                <a:gd name="T36" fmla="*/ 82 w 1492"/>
                <a:gd name="T37" fmla="*/ 6 h 721"/>
                <a:gd name="T38" fmla="*/ 62 w 1492"/>
                <a:gd name="T39" fmla="*/ 12 h 721"/>
                <a:gd name="T40" fmla="*/ 45 w 1492"/>
                <a:gd name="T41" fmla="*/ 19 h 721"/>
                <a:gd name="T42" fmla="*/ 29 w 1492"/>
                <a:gd name="T43" fmla="*/ 29 h 721"/>
                <a:gd name="T44" fmla="*/ 16 w 1492"/>
                <a:gd name="T45" fmla="*/ 40 h 721"/>
                <a:gd name="T46" fmla="*/ 7 w 1492"/>
                <a:gd name="T47" fmla="*/ 50 h 721"/>
                <a:gd name="T48" fmla="*/ 1 w 1492"/>
                <a:gd name="T49" fmla="*/ 62 h 721"/>
                <a:gd name="T50" fmla="*/ 0 w 1492"/>
                <a:gd name="T51" fmla="*/ 560 h 721"/>
                <a:gd name="T52" fmla="*/ 3 w 1492"/>
                <a:gd name="T53" fmla="*/ 574 h 721"/>
                <a:gd name="T54" fmla="*/ 11 w 1492"/>
                <a:gd name="T55" fmla="*/ 586 h 721"/>
                <a:gd name="T56" fmla="*/ 21 w 1492"/>
                <a:gd name="T57" fmla="*/ 598 h 721"/>
                <a:gd name="T58" fmla="*/ 37 w 1492"/>
                <a:gd name="T59" fmla="*/ 607 h 721"/>
                <a:gd name="T60" fmla="*/ 53 w 1492"/>
                <a:gd name="T61" fmla="*/ 615 h 721"/>
                <a:gd name="T62" fmla="*/ 73 w 1492"/>
                <a:gd name="T63" fmla="*/ 622 h 721"/>
                <a:gd name="T64" fmla="*/ 94 w 1492"/>
                <a:gd name="T65" fmla="*/ 627 h 721"/>
                <a:gd name="T66" fmla="*/ 116 w 1492"/>
                <a:gd name="T67" fmla="*/ 628 h 721"/>
                <a:gd name="T68" fmla="*/ 120 w 1492"/>
                <a:gd name="T69" fmla="*/ 720 h 721"/>
                <a:gd name="T70" fmla="*/ 1375 w 1492"/>
                <a:gd name="T71" fmla="*/ 628 h 7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92"/>
                <a:gd name="T109" fmla="*/ 0 h 721"/>
                <a:gd name="T110" fmla="*/ 1492 w 1492"/>
                <a:gd name="T111" fmla="*/ 721 h 7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92" h="721">
                  <a:moveTo>
                    <a:pt x="1375" y="628"/>
                  </a:moveTo>
                  <a:lnTo>
                    <a:pt x="1385" y="628"/>
                  </a:lnTo>
                  <a:lnTo>
                    <a:pt x="1397" y="627"/>
                  </a:lnTo>
                  <a:lnTo>
                    <a:pt x="1407" y="625"/>
                  </a:lnTo>
                  <a:lnTo>
                    <a:pt x="1418" y="622"/>
                  </a:lnTo>
                  <a:lnTo>
                    <a:pt x="1427" y="619"/>
                  </a:lnTo>
                  <a:lnTo>
                    <a:pt x="1437" y="615"/>
                  </a:lnTo>
                  <a:lnTo>
                    <a:pt x="1444" y="612"/>
                  </a:lnTo>
                  <a:lnTo>
                    <a:pt x="1454" y="607"/>
                  </a:lnTo>
                  <a:lnTo>
                    <a:pt x="1460" y="603"/>
                  </a:lnTo>
                  <a:lnTo>
                    <a:pt x="1468" y="598"/>
                  </a:lnTo>
                  <a:lnTo>
                    <a:pt x="1473" y="592"/>
                  </a:lnTo>
                  <a:lnTo>
                    <a:pt x="1479" y="586"/>
                  </a:lnTo>
                  <a:lnTo>
                    <a:pt x="1483" y="580"/>
                  </a:lnTo>
                  <a:lnTo>
                    <a:pt x="1487" y="574"/>
                  </a:lnTo>
                  <a:lnTo>
                    <a:pt x="1489" y="568"/>
                  </a:lnTo>
                  <a:lnTo>
                    <a:pt x="1491" y="560"/>
                  </a:lnTo>
                  <a:lnTo>
                    <a:pt x="1491" y="68"/>
                  </a:lnTo>
                  <a:lnTo>
                    <a:pt x="1489" y="62"/>
                  </a:lnTo>
                  <a:lnTo>
                    <a:pt x="1487" y="56"/>
                  </a:lnTo>
                  <a:lnTo>
                    <a:pt x="1483" y="50"/>
                  </a:lnTo>
                  <a:lnTo>
                    <a:pt x="1479" y="44"/>
                  </a:lnTo>
                  <a:lnTo>
                    <a:pt x="1473" y="40"/>
                  </a:lnTo>
                  <a:lnTo>
                    <a:pt x="1468" y="34"/>
                  </a:lnTo>
                  <a:lnTo>
                    <a:pt x="1460" y="29"/>
                  </a:lnTo>
                  <a:lnTo>
                    <a:pt x="1454" y="23"/>
                  </a:lnTo>
                  <a:lnTo>
                    <a:pt x="1444" y="19"/>
                  </a:lnTo>
                  <a:lnTo>
                    <a:pt x="1437" y="15"/>
                  </a:lnTo>
                  <a:lnTo>
                    <a:pt x="1427" y="12"/>
                  </a:lnTo>
                  <a:lnTo>
                    <a:pt x="1418" y="8"/>
                  </a:lnTo>
                  <a:lnTo>
                    <a:pt x="1407" y="6"/>
                  </a:lnTo>
                  <a:lnTo>
                    <a:pt x="1397" y="3"/>
                  </a:lnTo>
                  <a:lnTo>
                    <a:pt x="1385" y="2"/>
                  </a:lnTo>
                  <a:lnTo>
                    <a:pt x="1375" y="0"/>
                  </a:lnTo>
                  <a:lnTo>
                    <a:pt x="116" y="0"/>
                  </a:lnTo>
                  <a:lnTo>
                    <a:pt x="104" y="2"/>
                  </a:lnTo>
                  <a:lnTo>
                    <a:pt x="94" y="3"/>
                  </a:lnTo>
                  <a:lnTo>
                    <a:pt x="82" y="6"/>
                  </a:lnTo>
                  <a:lnTo>
                    <a:pt x="73" y="8"/>
                  </a:lnTo>
                  <a:lnTo>
                    <a:pt x="62" y="12"/>
                  </a:lnTo>
                  <a:lnTo>
                    <a:pt x="53" y="15"/>
                  </a:lnTo>
                  <a:lnTo>
                    <a:pt x="45" y="19"/>
                  </a:lnTo>
                  <a:lnTo>
                    <a:pt x="37" y="23"/>
                  </a:lnTo>
                  <a:lnTo>
                    <a:pt x="29" y="29"/>
                  </a:lnTo>
                  <a:lnTo>
                    <a:pt x="21" y="34"/>
                  </a:lnTo>
                  <a:lnTo>
                    <a:pt x="16" y="40"/>
                  </a:lnTo>
                  <a:lnTo>
                    <a:pt x="11" y="44"/>
                  </a:lnTo>
                  <a:lnTo>
                    <a:pt x="7" y="50"/>
                  </a:lnTo>
                  <a:lnTo>
                    <a:pt x="3" y="56"/>
                  </a:lnTo>
                  <a:lnTo>
                    <a:pt x="1" y="62"/>
                  </a:lnTo>
                  <a:lnTo>
                    <a:pt x="0" y="68"/>
                  </a:lnTo>
                  <a:lnTo>
                    <a:pt x="0" y="560"/>
                  </a:lnTo>
                  <a:lnTo>
                    <a:pt x="1" y="568"/>
                  </a:lnTo>
                  <a:lnTo>
                    <a:pt x="3" y="574"/>
                  </a:lnTo>
                  <a:lnTo>
                    <a:pt x="7" y="580"/>
                  </a:lnTo>
                  <a:lnTo>
                    <a:pt x="11" y="586"/>
                  </a:lnTo>
                  <a:lnTo>
                    <a:pt x="16" y="592"/>
                  </a:lnTo>
                  <a:lnTo>
                    <a:pt x="21" y="598"/>
                  </a:lnTo>
                  <a:lnTo>
                    <a:pt x="29" y="603"/>
                  </a:lnTo>
                  <a:lnTo>
                    <a:pt x="37" y="607"/>
                  </a:lnTo>
                  <a:lnTo>
                    <a:pt x="45" y="612"/>
                  </a:lnTo>
                  <a:lnTo>
                    <a:pt x="53" y="615"/>
                  </a:lnTo>
                  <a:lnTo>
                    <a:pt x="62" y="619"/>
                  </a:lnTo>
                  <a:lnTo>
                    <a:pt x="73" y="622"/>
                  </a:lnTo>
                  <a:lnTo>
                    <a:pt x="82" y="625"/>
                  </a:lnTo>
                  <a:lnTo>
                    <a:pt x="94" y="627"/>
                  </a:lnTo>
                  <a:lnTo>
                    <a:pt x="104" y="628"/>
                  </a:lnTo>
                  <a:lnTo>
                    <a:pt x="116" y="628"/>
                  </a:lnTo>
                  <a:lnTo>
                    <a:pt x="226" y="628"/>
                  </a:lnTo>
                  <a:lnTo>
                    <a:pt x="120" y="720"/>
                  </a:lnTo>
                  <a:lnTo>
                    <a:pt x="374" y="628"/>
                  </a:lnTo>
                  <a:lnTo>
                    <a:pt x="1375" y="628"/>
                  </a:lnTo>
                </a:path>
              </a:pathLst>
            </a:custGeom>
            <a:solidFill>
              <a:srgbClr val="C0C0C0"/>
            </a:solidFill>
            <a:ln w="18811">
              <a:solidFill>
                <a:srgbClr val="000000"/>
              </a:solidFill>
              <a:round/>
              <a:headEnd/>
              <a:tailEnd/>
            </a:ln>
          </p:spPr>
          <p:txBody>
            <a:bodyPr lIns="0" tIns="0" rIns="0" bIns="0" anchor="ctr"/>
            <a:lstStyle/>
            <a:p>
              <a:endParaRPr lang="en-US"/>
            </a:p>
          </p:txBody>
        </p:sp>
        <p:sp>
          <p:nvSpPr>
            <p:cNvPr id="51656" name="Text Box 5"/>
            <p:cNvSpPr txBox="1">
              <a:spLocks noChangeArrowheads="1"/>
            </p:cNvSpPr>
            <p:nvPr/>
          </p:nvSpPr>
          <p:spPr bwMode="auto">
            <a:xfrm>
              <a:off x="2495" y="1651"/>
              <a:ext cx="1273" cy="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defTabSz="434975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defTabSz="434975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buClr>
                  <a:srgbClr val="808080"/>
                </a:buClr>
                <a:buSzPct val="90000"/>
                <a:buFont typeface="Monotype Sorts" charset="2"/>
                <a:buNone/>
              </a:pPr>
              <a:r>
                <a:rPr lang="en-US" altLang="zh-CN" sz="1600">
                  <a:solidFill>
                    <a:srgbClr val="000000"/>
                  </a:solidFill>
                  <a:latin typeface="Arial" panose="020B0604020202020204" pitchFamily="34" charset="0"/>
                  <a:ea typeface="SimSun" panose="02010600030101010101" pitchFamily="2" charset="-122"/>
                </a:rPr>
                <a:t>Here’s the IP address for ftp.nominum.com</a:t>
              </a:r>
              <a:endParaRPr lang="en-US" altLang="zh-CN" sz="2200">
                <a:ea typeface="SimSun" panose="02010600030101010101" pitchFamily="2" charset="-122"/>
              </a:endParaRPr>
            </a:p>
          </p:txBody>
        </p:sp>
      </p:grpSp>
      <p:sp>
        <p:nvSpPr>
          <p:cNvPr id="77830" name="Line 6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 flipV="1">
            <a:off x="3341688" y="3671888"/>
            <a:ext cx="571500" cy="774700"/>
          </a:xfrm>
          <a:prstGeom prst="line">
            <a:avLst/>
          </a:prstGeom>
          <a:noFill/>
          <a:ln w="31591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206" name="Rectangle 8"/>
          <p:cNvSpPr>
            <a:spLocks noGrp="1" noChangeArrowheads="1"/>
          </p:cNvSpPr>
          <p:nvPr>
            <p:ph type="body" idx="1"/>
            <p:custDataLst>
              <p:tags r:id="rId5"/>
            </p:custDataLst>
          </p:nvPr>
        </p:nvSpPr>
        <p:spPr>
          <a:xfrm>
            <a:off x="2209800" y="1524000"/>
            <a:ext cx="7772400" cy="4114800"/>
          </a:xfrm>
        </p:spPr>
        <p:txBody>
          <a:bodyPr/>
          <a:lstStyle/>
          <a:p>
            <a:pPr eaLnBrk="1" hangingPunct="1"/>
            <a:r>
              <a:rPr lang="en-US" altLang="zh-CN">
                <a:ea typeface="SimSun" panose="02010600030101010101" pitchFamily="2" charset="-122"/>
              </a:rPr>
              <a:t>The name server </a:t>
            </a:r>
            <a:r>
              <a:rPr lang="en-US" altLang="zh-CN" i="1">
                <a:ea typeface="SimSun" panose="02010600030101010101" pitchFamily="2" charset="-122"/>
              </a:rPr>
              <a:t>dakota</a:t>
            </a:r>
            <a:r>
              <a:rPr lang="en-US" altLang="zh-CN">
                <a:ea typeface="SimSun" panose="02010600030101010101" pitchFamily="2" charset="-122"/>
              </a:rPr>
              <a:t> responds to </a:t>
            </a:r>
            <a:r>
              <a:rPr lang="en-US" altLang="zh-CN" i="1">
                <a:ea typeface="SimSun" panose="02010600030101010101" pitchFamily="2" charset="-122"/>
              </a:rPr>
              <a:t>annie</a:t>
            </a:r>
            <a:r>
              <a:rPr lang="en-US" altLang="zh-CN">
                <a:ea typeface="SimSun" panose="02010600030101010101" pitchFamily="2" charset="-122"/>
              </a:rPr>
              <a:t> with </a:t>
            </a:r>
            <a:r>
              <a:rPr lang="en-US" altLang="zh-CN" i="1">
                <a:ea typeface="SimSun" panose="02010600030101010101" pitchFamily="2" charset="-122"/>
              </a:rPr>
              <a:t>ftp.nominum.com’s</a:t>
            </a:r>
            <a:r>
              <a:rPr lang="en-US" altLang="zh-CN">
                <a:ea typeface="SimSun" panose="02010600030101010101" pitchFamily="2" charset="-122"/>
              </a:rPr>
              <a:t> address</a:t>
            </a:r>
          </a:p>
        </p:txBody>
      </p:sp>
      <p:grpSp>
        <p:nvGrpSpPr>
          <p:cNvPr id="51207" name="Group 9"/>
          <p:cNvGrpSpPr>
            <a:grpSpLocks/>
          </p:cNvGrpSpPr>
          <p:nvPr>
            <p:custDataLst>
              <p:tags r:id="rId6"/>
            </p:custDataLst>
          </p:nvPr>
        </p:nvGrpSpPr>
        <p:grpSpPr bwMode="auto">
          <a:xfrm>
            <a:off x="2700338" y="4594225"/>
            <a:ext cx="849312" cy="992188"/>
            <a:chOff x="815" y="3280"/>
            <a:chExt cx="589" cy="708"/>
          </a:xfrm>
        </p:grpSpPr>
        <p:sp>
          <p:nvSpPr>
            <p:cNvPr id="51629" name="AutoShape 10"/>
            <p:cNvSpPr>
              <a:spLocks noChangeArrowheads="1"/>
            </p:cNvSpPr>
            <p:nvPr/>
          </p:nvSpPr>
          <p:spPr bwMode="auto">
            <a:xfrm flipV="1">
              <a:off x="898" y="3691"/>
              <a:ext cx="432" cy="1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0" name="Freeform 11"/>
            <p:cNvSpPr>
              <a:spLocks/>
            </p:cNvSpPr>
            <p:nvPr/>
          </p:nvSpPr>
          <p:spPr bwMode="auto">
            <a:xfrm>
              <a:off x="910" y="3745"/>
              <a:ext cx="66" cy="21"/>
            </a:xfrm>
            <a:custGeom>
              <a:avLst/>
              <a:gdLst>
                <a:gd name="T0" fmla="*/ 0 w 66"/>
                <a:gd name="T1" fmla="*/ 12 h 21"/>
                <a:gd name="T2" fmla="*/ 0 w 66"/>
                <a:gd name="T3" fmla="*/ 15 h 21"/>
                <a:gd name="T4" fmla="*/ 1 w 66"/>
                <a:gd name="T5" fmla="*/ 17 h 21"/>
                <a:gd name="T6" fmla="*/ 2 w 66"/>
                <a:gd name="T7" fmla="*/ 18 h 21"/>
                <a:gd name="T8" fmla="*/ 4 w 66"/>
                <a:gd name="T9" fmla="*/ 20 h 21"/>
                <a:gd name="T10" fmla="*/ 5 w 66"/>
                <a:gd name="T11" fmla="*/ 20 h 21"/>
                <a:gd name="T12" fmla="*/ 6 w 66"/>
                <a:gd name="T13" fmla="*/ 20 h 21"/>
                <a:gd name="T14" fmla="*/ 8 w 66"/>
                <a:gd name="T15" fmla="*/ 20 h 21"/>
                <a:gd name="T16" fmla="*/ 55 w 66"/>
                <a:gd name="T17" fmla="*/ 20 h 21"/>
                <a:gd name="T18" fmla="*/ 55 w 66"/>
                <a:gd name="T19" fmla="*/ 20 h 21"/>
                <a:gd name="T20" fmla="*/ 57 w 66"/>
                <a:gd name="T21" fmla="*/ 20 h 21"/>
                <a:gd name="T22" fmla="*/ 59 w 66"/>
                <a:gd name="T23" fmla="*/ 20 h 21"/>
                <a:gd name="T24" fmla="*/ 61 w 66"/>
                <a:gd name="T25" fmla="*/ 18 h 21"/>
                <a:gd name="T26" fmla="*/ 61 w 66"/>
                <a:gd name="T27" fmla="*/ 17 h 21"/>
                <a:gd name="T28" fmla="*/ 63 w 66"/>
                <a:gd name="T29" fmla="*/ 15 h 21"/>
                <a:gd name="T30" fmla="*/ 63 w 66"/>
                <a:gd name="T31" fmla="*/ 13 h 21"/>
                <a:gd name="T32" fmla="*/ 65 w 66"/>
                <a:gd name="T33" fmla="*/ 11 h 21"/>
                <a:gd name="T34" fmla="*/ 63 w 66"/>
                <a:gd name="T35" fmla="*/ 11 h 21"/>
                <a:gd name="T36" fmla="*/ 63 w 66"/>
                <a:gd name="T37" fmla="*/ 9 h 21"/>
                <a:gd name="T38" fmla="*/ 61 w 66"/>
                <a:gd name="T39" fmla="*/ 6 h 21"/>
                <a:gd name="T40" fmla="*/ 61 w 66"/>
                <a:gd name="T41" fmla="*/ 5 h 21"/>
                <a:gd name="T42" fmla="*/ 59 w 66"/>
                <a:gd name="T43" fmla="*/ 3 h 21"/>
                <a:gd name="T44" fmla="*/ 57 w 66"/>
                <a:gd name="T45" fmla="*/ 3 h 21"/>
                <a:gd name="T46" fmla="*/ 55 w 66"/>
                <a:gd name="T47" fmla="*/ 1 h 21"/>
                <a:gd name="T48" fmla="*/ 55 w 66"/>
                <a:gd name="T49" fmla="*/ 1 h 21"/>
                <a:gd name="T50" fmla="*/ 10 w 66"/>
                <a:gd name="T51" fmla="*/ 0 h 21"/>
                <a:gd name="T52" fmla="*/ 8 w 66"/>
                <a:gd name="T53" fmla="*/ 1 h 21"/>
                <a:gd name="T54" fmla="*/ 6 w 66"/>
                <a:gd name="T55" fmla="*/ 1 h 21"/>
                <a:gd name="T56" fmla="*/ 5 w 66"/>
                <a:gd name="T57" fmla="*/ 3 h 21"/>
                <a:gd name="T58" fmla="*/ 4 w 66"/>
                <a:gd name="T59" fmla="*/ 3 h 21"/>
                <a:gd name="T60" fmla="*/ 2 w 66"/>
                <a:gd name="T61" fmla="*/ 5 h 21"/>
                <a:gd name="T62" fmla="*/ 1 w 66"/>
                <a:gd name="T63" fmla="*/ 7 h 21"/>
                <a:gd name="T64" fmla="*/ 0 w 66"/>
                <a:gd name="T65" fmla="*/ 9 h 21"/>
                <a:gd name="T66" fmla="*/ 0 w 66"/>
                <a:gd name="T67" fmla="*/ 11 h 21"/>
                <a:gd name="T68" fmla="*/ 0 w 66"/>
                <a:gd name="T69" fmla="*/ 11 h 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6"/>
                <a:gd name="T106" fmla="*/ 0 h 21"/>
                <a:gd name="T107" fmla="*/ 66 w 66"/>
                <a:gd name="T108" fmla="*/ 21 h 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6" h="21">
                  <a:moveTo>
                    <a:pt x="0" y="11"/>
                  </a:move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1" y="18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1" name="Freeform 12"/>
            <p:cNvSpPr>
              <a:spLocks/>
            </p:cNvSpPr>
            <p:nvPr/>
          </p:nvSpPr>
          <p:spPr bwMode="auto">
            <a:xfrm>
              <a:off x="1081" y="3711"/>
              <a:ext cx="160" cy="98"/>
            </a:xfrm>
            <a:custGeom>
              <a:avLst/>
              <a:gdLst>
                <a:gd name="T0" fmla="*/ 0 w 160"/>
                <a:gd name="T1" fmla="*/ 87 h 98"/>
                <a:gd name="T2" fmla="*/ 0 w 160"/>
                <a:gd name="T3" fmla="*/ 91 h 98"/>
                <a:gd name="T4" fmla="*/ 1 w 160"/>
                <a:gd name="T5" fmla="*/ 93 h 98"/>
                <a:gd name="T6" fmla="*/ 2 w 160"/>
                <a:gd name="T7" fmla="*/ 94 h 98"/>
                <a:gd name="T8" fmla="*/ 4 w 160"/>
                <a:gd name="T9" fmla="*/ 96 h 98"/>
                <a:gd name="T10" fmla="*/ 5 w 160"/>
                <a:gd name="T11" fmla="*/ 97 h 98"/>
                <a:gd name="T12" fmla="*/ 7 w 160"/>
                <a:gd name="T13" fmla="*/ 97 h 98"/>
                <a:gd name="T14" fmla="*/ 10 w 160"/>
                <a:gd name="T15" fmla="*/ 97 h 98"/>
                <a:gd name="T16" fmla="*/ 148 w 160"/>
                <a:gd name="T17" fmla="*/ 97 h 98"/>
                <a:gd name="T18" fmla="*/ 149 w 160"/>
                <a:gd name="T19" fmla="*/ 97 h 98"/>
                <a:gd name="T20" fmla="*/ 151 w 160"/>
                <a:gd name="T21" fmla="*/ 97 h 98"/>
                <a:gd name="T22" fmla="*/ 153 w 160"/>
                <a:gd name="T23" fmla="*/ 96 h 98"/>
                <a:gd name="T24" fmla="*/ 155 w 160"/>
                <a:gd name="T25" fmla="*/ 94 h 98"/>
                <a:gd name="T26" fmla="*/ 156 w 160"/>
                <a:gd name="T27" fmla="*/ 92 h 98"/>
                <a:gd name="T28" fmla="*/ 158 w 160"/>
                <a:gd name="T29" fmla="*/ 90 h 98"/>
                <a:gd name="T30" fmla="*/ 158 w 160"/>
                <a:gd name="T31" fmla="*/ 88 h 98"/>
                <a:gd name="T32" fmla="*/ 159 w 160"/>
                <a:gd name="T33" fmla="*/ 84 h 98"/>
                <a:gd name="T34" fmla="*/ 158 w 160"/>
                <a:gd name="T35" fmla="*/ 15 h 98"/>
                <a:gd name="T36" fmla="*/ 158 w 160"/>
                <a:gd name="T37" fmla="*/ 13 h 98"/>
                <a:gd name="T38" fmla="*/ 156 w 160"/>
                <a:gd name="T39" fmla="*/ 11 h 98"/>
                <a:gd name="T40" fmla="*/ 156 w 160"/>
                <a:gd name="T41" fmla="*/ 7 h 98"/>
                <a:gd name="T42" fmla="*/ 154 w 160"/>
                <a:gd name="T43" fmla="*/ 6 h 98"/>
                <a:gd name="T44" fmla="*/ 152 w 160"/>
                <a:gd name="T45" fmla="*/ 4 h 98"/>
                <a:gd name="T46" fmla="*/ 150 w 160"/>
                <a:gd name="T47" fmla="*/ 2 h 98"/>
                <a:gd name="T48" fmla="*/ 147 w 160"/>
                <a:gd name="T49" fmla="*/ 1 h 98"/>
                <a:gd name="T50" fmla="*/ 13 w 160"/>
                <a:gd name="T51" fmla="*/ 0 h 98"/>
                <a:gd name="T52" fmla="*/ 9 w 160"/>
                <a:gd name="T53" fmla="*/ 1 h 98"/>
                <a:gd name="T54" fmla="*/ 7 w 160"/>
                <a:gd name="T55" fmla="*/ 2 h 98"/>
                <a:gd name="T56" fmla="*/ 5 w 160"/>
                <a:gd name="T57" fmla="*/ 4 h 98"/>
                <a:gd name="T58" fmla="*/ 4 w 160"/>
                <a:gd name="T59" fmla="*/ 4 h 98"/>
                <a:gd name="T60" fmla="*/ 2 w 160"/>
                <a:gd name="T61" fmla="*/ 6 h 98"/>
                <a:gd name="T62" fmla="*/ 1 w 160"/>
                <a:gd name="T63" fmla="*/ 8 h 98"/>
                <a:gd name="T64" fmla="*/ 0 w 160"/>
                <a:gd name="T65" fmla="*/ 10 h 98"/>
                <a:gd name="T66" fmla="*/ 0 w 160"/>
                <a:gd name="T67" fmla="*/ 12 h 98"/>
                <a:gd name="T68" fmla="*/ 0 w 160"/>
                <a:gd name="T69" fmla="*/ 85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0"/>
                <a:gd name="T106" fmla="*/ 0 h 98"/>
                <a:gd name="T107" fmla="*/ 160 w 160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0" h="98">
                  <a:moveTo>
                    <a:pt x="0" y="85"/>
                  </a:move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4" y="94"/>
                  </a:lnTo>
                  <a:lnTo>
                    <a:pt x="4" y="96"/>
                  </a:lnTo>
                  <a:lnTo>
                    <a:pt x="5" y="96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9" y="97"/>
                  </a:lnTo>
                  <a:lnTo>
                    <a:pt x="10" y="97"/>
                  </a:lnTo>
                  <a:lnTo>
                    <a:pt x="12" y="97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1" y="97"/>
                  </a:lnTo>
                  <a:lnTo>
                    <a:pt x="153" y="96"/>
                  </a:lnTo>
                  <a:lnTo>
                    <a:pt x="155" y="94"/>
                  </a:lnTo>
                  <a:lnTo>
                    <a:pt x="156" y="92"/>
                  </a:lnTo>
                  <a:lnTo>
                    <a:pt x="158" y="90"/>
                  </a:lnTo>
                  <a:lnTo>
                    <a:pt x="158" y="88"/>
                  </a:lnTo>
                  <a:lnTo>
                    <a:pt x="158" y="86"/>
                  </a:lnTo>
                  <a:lnTo>
                    <a:pt x="159" y="84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1"/>
                  </a:lnTo>
                  <a:lnTo>
                    <a:pt x="147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85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2" name="Freeform 13"/>
            <p:cNvSpPr>
              <a:spLocks/>
            </p:cNvSpPr>
            <p:nvPr/>
          </p:nvSpPr>
          <p:spPr bwMode="auto">
            <a:xfrm>
              <a:off x="912" y="3280"/>
              <a:ext cx="401" cy="360"/>
            </a:xfrm>
            <a:custGeom>
              <a:avLst/>
              <a:gdLst>
                <a:gd name="T0" fmla="*/ 0 w 401"/>
                <a:gd name="T1" fmla="*/ 344 h 360"/>
                <a:gd name="T2" fmla="*/ 0 w 401"/>
                <a:gd name="T3" fmla="*/ 348 h 360"/>
                <a:gd name="T4" fmla="*/ 0 w 401"/>
                <a:gd name="T5" fmla="*/ 352 h 360"/>
                <a:gd name="T6" fmla="*/ 3 w 401"/>
                <a:gd name="T7" fmla="*/ 355 h 360"/>
                <a:gd name="T8" fmla="*/ 5 w 401"/>
                <a:gd name="T9" fmla="*/ 357 h 360"/>
                <a:gd name="T10" fmla="*/ 8 w 401"/>
                <a:gd name="T11" fmla="*/ 358 h 360"/>
                <a:gd name="T12" fmla="*/ 12 w 401"/>
                <a:gd name="T13" fmla="*/ 359 h 360"/>
                <a:gd name="T14" fmla="*/ 16 w 401"/>
                <a:gd name="T15" fmla="*/ 359 h 360"/>
                <a:gd name="T16" fmla="*/ 381 w 401"/>
                <a:gd name="T17" fmla="*/ 359 h 360"/>
                <a:gd name="T18" fmla="*/ 385 w 401"/>
                <a:gd name="T19" fmla="*/ 359 h 360"/>
                <a:gd name="T20" fmla="*/ 389 w 401"/>
                <a:gd name="T21" fmla="*/ 358 h 360"/>
                <a:gd name="T22" fmla="*/ 391 w 401"/>
                <a:gd name="T23" fmla="*/ 357 h 360"/>
                <a:gd name="T24" fmla="*/ 394 w 401"/>
                <a:gd name="T25" fmla="*/ 354 h 360"/>
                <a:gd name="T26" fmla="*/ 396 w 401"/>
                <a:gd name="T27" fmla="*/ 351 h 360"/>
                <a:gd name="T28" fmla="*/ 398 w 401"/>
                <a:gd name="T29" fmla="*/ 347 h 360"/>
                <a:gd name="T30" fmla="*/ 399 w 401"/>
                <a:gd name="T31" fmla="*/ 344 h 360"/>
                <a:gd name="T32" fmla="*/ 400 w 401"/>
                <a:gd name="T33" fmla="*/ 338 h 360"/>
                <a:gd name="T34" fmla="*/ 399 w 401"/>
                <a:gd name="T35" fmla="*/ 21 h 360"/>
                <a:gd name="T36" fmla="*/ 399 w 401"/>
                <a:gd name="T37" fmla="*/ 16 h 360"/>
                <a:gd name="T38" fmla="*/ 397 w 401"/>
                <a:gd name="T39" fmla="*/ 13 h 360"/>
                <a:gd name="T40" fmla="*/ 396 w 401"/>
                <a:gd name="T41" fmla="*/ 9 h 360"/>
                <a:gd name="T42" fmla="*/ 394 w 401"/>
                <a:gd name="T43" fmla="*/ 7 h 360"/>
                <a:gd name="T44" fmla="*/ 391 w 401"/>
                <a:gd name="T45" fmla="*/ 4 h 360"/>
                <a:gd name="T46" fmla="*/ 389 w 401"/>
                <a:gd name="T47" fmla="*/ 2 h 360"/>
                <a:gd name="T48" fmla="*/ 385 w 401"/>
                <a:gd name="T49" fmla="*/ 2 h 360"/>
                <a:gd name="T50" fmla="*/ 24 w 401"/>
                <a:gd name="T51" fmla="*/ 0 h 360"/>
                <a:gd name="T52" fmla="*/ 18 w 401"/>
                <a:gd name="T53" fmla="*/ 2 h 360"/>
                <a:gd name="T54" fmla="*/ 14 w 401"/>
                <a:gd name="T55" fmla="*/ 2 h 360"/>
                <a:gd name="T56" fmla="*/ 10 w 401"/>
                <a:gd name="T57" fmla="*/ 5 h 360"/>
                <a:gd name="T58" fmla="*/ 6 w 401"/>
                <a:gd name="T59" fmla="*/ 8 h 360"/>
                <a:gd name="T60" fmla="*/ 3 w 401"/>
                <a:gd name="T61" fmla="*/ 11 h 360"/>
                <a:gd name="T62" fmla="*/ 1 w 401"/>
                <a:gd name="T63" fmla="*/ 15 h 360"/>
                <a:gd name="T64" fmla="*/ 0 w 401"/>
                <a:gd name="T65" fmla="*/ 19 h 360"/>
                <a:gd name="T66" fmla="*/ 0 w 401"/>
                <a:gd name="T67" fmla="*/ 23 h 360"/>
                <a:gd name="T68" fmla="*/ 0 w 401"/>
                <a:gd name="T69" fmla="*/ 341 h 3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01"/>
                <a:gd name="T106" fmla="*/ 0 h 360"/>
                <a:gd name="T107" fmla="*/ 401 w 401"/>
                <a:gd name="T108" fmla="*/ 360 h 36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01" h="360">
                  <a:moveTo>
                    <a:pt x="0" y="341"/>
                  </a:moveTo>
                  <a:lnTo>
                    <a:pt x="0" y="344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0" y="350"/>
                  </a:lnTo>
                  <a:lnTo>
                    <a:pt x="0" y="352"/>
                  </a:lnTo>
                  <a:lnTo>
                    <a:pt x="3" y="353"/>
                  </a:lnTo>
                  <a:lnTo>
                    <a:pt x="3" y="355"/>
                  </a:lnTo>
                  <a:lnTo>
                    <a:pt x="5" y="355"/>
                  </a:lnTo>
                  <a:lnTo>
                    <a:pt x="5" y="357"/>
                  </a:lnTo>
                  <a:lnTo>
                    <a:pt x="7" y="357"/>
                  </a:lnTo>
                  <a:lnTo>
                    <a:pt x="8" y="358"/>
                  </a:lnTo>
                  <a:lnTo>
                    <a:pt x="10" y="358"/>
                  </a:lnTo>
                  <a:lnTo>
                    <a:pt x="12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19" y="359"/>
                  </a:lnTo>
                  <a:lnTo>
                    <a:pt x="381" y="359"/>
                  </a:lnTo>
                  <a:lnTo>
                    <a:pt x="383" y="359"/>
                  </a:lnTo>
                  <a:lnTo>
                    <a:pt x="385" y="359"/>
                  </a:lnTo>
                  <a:lnTo>
                    <a:pt x="387" y="359"/>
                  </a:lnTo>
                  <a:lnTo>
                    <a:pt x="389" y="358"/>
                  </a:lnTo>
                  <a:lnTo>
                    <a:pt x="391" y="357"/>
                  </a:lnTo>
                  <a:lnTo>
                    <a:pt x="393" y="356"/>
                  </a:lnTo>
                  <a:lnTo>
                    <a:pt x="394" y="354"/>
                  </a:lnTo>
                  <a:lnTo>
                    <a:pt x="394" y="353"/>
                  </a:lnTo>
                  <a:lnTo>
                    <a:pt x="396" y="351"/>
                  </a:lnTo>
                  <a:lnTo>
                    <a:pt x="396" y="350"/>
                  </a:lnTo>
                  <a:lnTo>
                    <a:pt x="398" y="347"/>
                  </a:lnTo>
                  <a:lnTo>
                    <a:pt x="398" y="345"/>
                  </a:lnTo>
                  <a:lnTo>
                    <a:pt x="399" y="344"/>
                  </a:lnTo>
                  <a:lnTo>
                    <a:pt x="399" y="341"/>
                  </a:lnTo>
                  <a:lnTo>
                    <a:pt x="400" y="338"/>
                  </a:lnTo>
                  <a:lnTo>
                    <a:pt x="400" y="23"/>
                  </a:lnTo>
                  <a:lnTo>
                    <a:pt x="399" y="21"/>
                  </a:lnTo>
                  <a:lnTo>
                    <a:pt x="399" y="19"/>
                  </a:lnTo>
                  <a:lnTo>
                    <a:pt x="399" y="16"/>
                  </a:lnTo>
                  <a:lnTo>
                    <a:pt x="399" y="14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6" y="9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3" y="5"/>
                  </a:lnTo>
                  <a:lnTo>
                    <a:pt x="391" y="4"/>
                  </a:lnTo>
                  <a:lnTo>
                    <a:pt x="391" y="2"/>
                  </a:lnTo>
                  <a:lnTo>
                    <a:pt x="389" y="2"/>
                  </a:lnTo>
                  <a:lnTo>
                    <a:pt x="387" y="2"/>
                  </a:lnTo>
                  <a:lnTo>
                    <a:pt x="385" y="2"/>
                  </a:lnTo>
                  <a:lnTo>
                    <a:pt x="384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1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341"/>
                  </a:lnTo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3" name="Freeform 14"/>
            <p:cNvSpPr>
              <a:spLocks/>
            </p:cNvSpPr>
            <p:nvPr/>
          </p:nvSpPr>
          <p:spPr bwMode="auto">
            <a:xfrm>
              <a:off x="942" y="3316"/>
              <a:ext cx="346" cy="277"/>
            </a:xfrm>
            <a:custGeom>
              <a:avLst/>
              <a:gdLst>
                <a:gd name="T0" fmla="*/ 0 w 346"/>
                <a:gd name="T1" fmla="*/ 264 h 277"/>
                <a:gd name="T2" fmla="*/ 0 w 346"/>
                <a:gd name="T3" fmla="*/ 268 h 277"/>
                <a:gd name="T4" fmla="*/ 1 w 346"/>
                <a:gd name="T5" fmla="*/ 271 h 277"/>
                <a:gd name="T6" fmla="*/ 2 w 346"/>
                <a:gd name="T7" fmla="*/ 274 h 277"/>
                <a:gd name="T8" fmla="*/ 4 w 346"/>
                <a:gd name="T9" fmla="*/ 276 h 277"/>
                <a:gd name="T10" fmla="*/ 7 w 346"/>
                <a:gd name="T11" fmla="*/ 276 h 277"/>
                <a:gd name="T12" fmla="*/ 11 w 346"/>
                <a:gd name="T13" fmla="*/ 276 h 277"/>
                <a:gd name="T14" fmla="*/ 14 w 346"/>
                <a:gd name="T15" fmla="*/ 276 h 277"/>
                <a:gd name="T16" fmla="*/ 328 w 346"/>
                <a:gd name="T17" fmla="*/ 276 h 277"/>
                <a:gd name="T18" fmla="*/ 331 w 346"/>
                <a:gd name="T19" fmla="*/ 276 h 277"/>
                <a:gd name="T20" fmla="*/ 335 w 346"/>
                <a:gd name="T21" fmla="*/ 275 h 277"/>
                <a:gd name="T22" fmla="*/ 337 w 346"/>
                <a:gd name="T23" fmla="*/ 275 h 277"/>
                <a:gd name="T24" fmla="*/ 340 w 346"/>
                <a:gd name="T25" fmla="*/ 272 h 277"/>
                <a:gd name="T26" fmla="*/ 342 w 346"/>
                <a:gd name="T27" fmla="*/ 270 h 277"/>
                <a:gd name="T28" fmla="*/ 343 w 346"/>
                <a:gd name="T29" fmla="*/ 268 h 277"/>
                <a:gd name="T30" fmla="*/ 343 w 346"/>
                <a:gd name="T31" fmla="*/ 264 h 277"/>
                <a:gd name="T32" fmla="*/ 345 w 346"/>
                <a:gd name="T33" fmla="*/ 261 h 277"/>
                <a:gd name="T34" fmla="*/ 343 w 346"/>
                <a:gd name="T35" fmla="*/ 18 h 277"/>
                <a:gd name="T36" fmla="*/ 343 w 346"/>
                <a:gd name="T37" fmla="*/ 14 h 277"/>
                <a:gd name="T38" fmla="*/ 342 w 346"/>
                <a:gd name="T39" fmla="*/ 12 h 277"/>
                <a:gd name="T40" fmla="*/ 342 w 346"/>
                <a:gd name="T41" fmla="*/ 9 h 277"/>
                <a:gd name="T42" fmla="*/ 340 w 346"/>
                <a:gd name="T43" fmla="*/ 7 h 277"/>
                <a:gd name="T44" fmla="*/ 337 w 346"/>
                <a:gd name="T45" fmla="*/ 6 h 277"/>
                <a:gd name="T46" fmla="*/ 335 w 346"/>
                <a:gd name="T47" fmla="*/ 4 h 277"/>
                <a:gd name="T48" fmla="*/ 331 w 346"/>
                <a:gd name="T49" fmla="*/ 3 h 277"/>
                <a:gd name="T50" fmla="*/ 21 w 346"/>
                <a:gd name="T51" fmla="*/ 0 h 277"/>
                <a:gd name="T52" fmla="*/ 17 w 346"/>
                <a:gd name="T53" fmla="*/ 2 h 277"/>
                <a:gd name="T54" fmla="*/ 13 w 346"/>
                <a:gd name="T55" fmla="*/ 2 h 277"/>
                <a:gd name="T56" fmla="*/ 9 w 346"/>
                <a:gd name="T57" fmla="*/ 4 h 277"/>
                <a:gd name="T58" fmla="*/ 6 w 346"/>
                <a:gd name="T59" fmla="*/ 4 h 277"/>
                <a:gd name="T60" fmla="*/ 3 w 346"/>
                <a:gd name="T61" fmla="*/ 6 h 277"/>
                <a:gd name="T62" fmla="*/ 1 w 346"/>
                <a:gd name="T63" fmla="*/ 8 h 277"/>
                <a:gd name="T64" fmla="*/ 0 w 346"/>
                <a:gd name="T65" fmla="*/ 12 h 277"/>
                <a:gd name="T66" fmla="*/ 0 w 346"/>
                <a:gd name="T67" fmla="*/ 13 h 277"/>
                <a:gd name="T68" fmla="*/ 0 w 346"/>
                <a:gd name="T69" fmla="*/ 262 h 2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46"/>
                <a:gd name="T106" fmla="*/ 0 h 277"/>
                <a:gd name="T107" fmla="*/ 346 w 346"/>
                <a:gd name="T108" fmla="*/ 277 h 2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46" h="277">
                  <a:moveTo>
                    <a:pt x="0" y="262"/>
                  </a:moveTo>
                  <a:lnTo>
                    <a:pt x="0" y="264"/>
                  </a:lnTo>
                  <a:lnTo>
                    <a:pt x="0" y="266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2" y="274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9" y="276"/>
                  </a:lnTo>
                  <a:lnTo>
                    <a:pt x="11" y="276"/>
                  </a:lnTo>
                  <a:lnTo>
                    <a:pt x="13" y="276"/>
                  </a:lnTo>
                  <a:lnTo>
                    <a:pt x="14" y="276"/>
                  </a:lnTo>
                  <a:lnTo>
                    <a:pt x="17" y="276"/>
                  </a:lnTo>
                  <a:lnTo>
                    <a:pt x="328" y="276"/>
                  </a:lnTo>
                  <a:lnTo>
                    <a:pt x="329" y="276"/>
                  </a:lnTo>
                  <a:lnTo>
                    <a:pt x="331" y="276"/>
                  </a:lnTo>
                  <a:lnTo>
                    <a:pt x="333" y="276"/>
                  </a:lnTo>
                  <a:lnTo>
                    <a:pt x="335" y="275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3" y="264"/>
                  </a:lnTo>
                  <a:lnTo>
                    <a:pt x="343" y="263"/>
                  </a:lnTo>
                  <a:lnTo>
                    <a:pt x="345" y="261"/>
                  </a:lnTo>
                  <a:lnTo>
                    <a:pt x="345" y="19"/>
                  </a:lnTo>
                  <a:lnTo>
                    <a:pt x="343" y="18"/>
                  </a:lnTo>
                  <a:lnTo>
                    <a:pt x="343" y="16"/>
                  </a:lnTo>
                  <a:lnTo>
                    <a:pt x="343" y="14"/>
                  </a:lnTo>
                  <a:lnTo>
                    <a:pt x="343" y="12"/>
                  </a:lnTo>
                  <a:lnTo>
                    <a:pt x="342" y="12"/>
                  </a:lnTo>
                  <a:lnTo>
                    <a:pt x="342" y="10"/>
                  </a:lnTo>
                  <a:lnTo>
                    <a:pt x="342" y="9"/>
                  </a:lnTo>
                  <a:lnTo>
                    <a:pt x="342" y="7"/>
                  </a:lnTo>
                  <a:lnTo>
                    <a:pt x="340" y="7"/>
                  </a:lnTo>
                  <a:lnTo>
                    <a:pt x="339" y="6"/>
                  </a:lnTo>
                  <a:lnTo>
                    <a:pt x="337" y="6"/>
                  </a:lnTo>
                  <a:lnTo>
                    <a:pt x="337" y="4"/>
                  </a:lnTo>
                  <a:lnTo>
                    <a:pt x="335" y="4"/>
                  </a:lnTo>
                  <a:lnTo>
                    <a:pt x="334" y="3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21" y="0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262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4" name="Freeform 15"/>
            <p:cNvSpPr>
              <a:spLocks/>
            </p:cNvSpPr>
            <p:nvPr/>
          </p:nvSpPr>
          <p:spPr bwMode="auto">
            <a:xfrm>
              <a:off x="954" y="3329"/>
              <a:ext cx="324" cy="251"/>
            </a:xfrm>
            <a:custGeom>
              <a:avLst/>
              <a:gdLst>
                <a:gd name="T0" fmla="*/ 0 w 324"/>
                <a:gd name="T1" fmla="*/ 239 h 251"/>
                <a:gd name="T2" fmla="*/ 0 w 324"/>
                <a:gd name="T3" fmla="*/ 243 h 251"/>
                <a:gd name="T4" fmla="*/ 0 w 324"/>
                <a:gd name="T5" fmla="*/ 246 h 251"/>
                <a:gd name="T6" fmla="*/ 1 w 324"/>
                <a:gd name="T7" fmla="*/ 247 h 251"/>
                <a:gd name="T8" fmla="*/ 3 w 324"/>
                <a:gd name="T9" fmla="*/ 249 h 251"/>
                <a:gd name="T10" fmla="*/ 7 w 324"/>
                <a:gd name="T11" fmla="*/ 250 h 251"/>
                <a:gd name="T12" fmla="*/ 10 w 324"/>
                <a:gd name="T13" fmla="*/ 250 h 251"/>
                <a:gd name="T14" fmla="*/ 14 w 324"/>
                <a:gd name="T15" fmla="*/ 250 h 251"/>
                <a:gd name="T16" fmla="*/ 308 w 324"/>
                <a:gd name="T17" fmla="*/ 250 h 251"/>
                <a:gd name="T18" fmla="*/ 310 w 324"/>
                <a:gd name="T19" fmla="*/ 250 h 251"/>
                <a:gd name="T20" fmla="*/ 314 w 324"/>
                <a:gd name="T21" fmla="*/ 250 h 251"/>
                <a:gd name="T22" fmla="*/ 316 w 324"/>
                <a:gd name="T23" fmla="*/ 249 h 251"/>
                <a:gd name="T24" fmla="*/ 319 w 324"/>
                <a:gd name="T25" fmla="*/ 247 h 251"/>
                <a:gd name="T26" fmla="*/ 319 w 324"/>
                <a:gd name="T27" fmla="*/ 245 h 251"/>
                <a:gd name="T28" fmla="*/ 322 w 324"/>
                <a:gd name="T29" fmla="*/ 242 h 251"/>
                <a:gd name="T30" fmla="*/ 322 w 324"/>
                <a:gd name="T31" fmla="*/ 240 h 251"/>
                <a:gd name="T32" fmla="*/ 323 w 324"/>
                <a:gd name="T33" fmla="*/ 236 h 251"/>
                <a:gd name="T34" fmla="*/ 322 w 324"/>
                <a:gd name="T35" fmla="*/ 17 h 251"/>
                <a:gd name="T36" fmla="*/ 322 w 324"/>
                <a:gd name="T37" fmla="*/ 13 h 251"/>
                <a:gd name="T38" fmla="*/ 319 w 324"/>
                <a:gd name="T39" fmla="*/ 11 h 251"/>
                <a:gd name="T40" fmla="*/ 319 w 324"/>
                <a:gd name="T41" fmla="*/ 8 h 251"/>
                <a:gd name="T42" fmla="*/ 317 w 324"/>
                <a:gd name="T43" fmla="*/ 6 h 251"/>
                <a:gd name="T44" fmla="*/ 314 w 324"/>
                <a:gd name="T45" fmla="*/ 5 h 251"/>
                <a:gd name="T46" fmla="*/ 312 w 324"/>
                <a:gd name="T47" fmla="*/ 3 h 251"/>
                <a:gd name="T48" fmla="*/ 308 w 324"/>
                <a:gd name="T49" fmla="*/ 2 h 251"/>
                <a:gd name="T50" fmla="*/ 17 w 324"/>
                <a:gd name="T51" fmla="*/ 0 h 251"/>
                <a:gd name="T52" fmla="*/ 13 w 324"/>
                <a:gd name="T53" fmla="*/ 2 h 251"/>
                <a:gd name="T54" fmla="*/ 9 w 324"/>
                <a:gd name="T55" fmla="*/ 2 h 251"/>
                <a:gd name="T56" fmla="*/ 6 w 324"/>
                <a:gd name="T57" fmla="*/ 4 h 251"/>
                <a:gd name="T58" fmla="*/ 4 w 324"/>
                <a:gd name="T59" fmla="*/ 4 h 251"/>
                <a:gd name="T60" fmla="*/ 2 w 324"/>
                <a:gd name="T61" fmla="*/ 6 h 251"/>
                <a:gd name="T62" fmla="*/ 0 w 324"/>
                <a:gd name="T63" fmla="*/ 8 h 251"/>
                <a:gd name="T64" fmla="*/ 0 w 324"/>
                <a:gd name="T65" fmla="*/ 11 h 251"/>
                <a:gd name="T66" fmla="*/ 0 w 324"/>
                <a:gd name="T67" fmla="*/ 13 h 251"/>
                <a:gd name="T68" fmla="*/ 0 w 324"/>
                <a:gd name="T69" fmla="*/ 237 h 2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24"/>
                <a:gd name="T106" fmla="*/ 0 h 251"/>
                <a:gd name="T107" fmla="*/ 324 w 324"/>
                <a:gd name="T108" fmla="*/ 251 h 25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24" h="251">
                  <a:moveTo>
                    <a:pt x="0" y="237"/>
                  </a:moveTo>
                  <a:lnTo>
                    <a:pt x="0" y="239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0" y="244"/>
                  </a:lnTo>
                  <a:lnTo>
                    <a:pt x="0" y="246"/>
                  </a:lnTo>
                  <a:lnTo>
                    <a:pt x="1" y="246"/>
                  </a:lnTo>
                  <a:lnTo>
                    <a:pt x="1" y="247"/>
                  </a:lnTo>
                  <a:lnTo>
                    <a:pt x="3" y="247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7" y="250"/>
                  </a:lnTo>
                  <a:lnTo>
                    <a:pt x="9" y="250"/>
                  </a:lnTo>
                  <a:lnTo>
                    <a:pt x="10" y="250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308" y="250"/>
                  </a:lnTo>
                  <a:lnTo>
                    <a:pt x="310" y="250"/>
                  </a:lnTo>
                  <a:lnTo>
                    <a:pt x="312" y="250"/>
                  </a:lnTo>
                  <a:lnTo>
                    <a:pt x="314" y="250"/>
                  </a:lnTo>
                  <a:lnTo>
                    <a:pt x="316" y="249"/>
                  </a:lnTo>
                  <a:lnTo>
                    <a:pt x="317" y="249"/>
                  </a:lnTo>
                  <a:lnTo>
                    <a:pt x="319" y="247"/>
                  </a:lnTo>
                  <a:lnTo>
                    <a:pt x="319" y="245"/>
                  </a:lnTo>
                  <a:lnTo>
                    <a:pt x="319" y="244"/>
                  </a:lnTo>
                  <a:lnTo>
                    <a:pt x="322" y="242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3" y="17"/>
                  </a:lnTo>
                  <a:lnTo>
                    <a:pt x="322" y="17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2" y="11"/>
                  </a:lnTo>
                  <a:lnTo>
                    <a:pt x="319" y="11"/>
                  </a:lnTo>
                  <a:lnTo>
                    <a:pt x="319" y="9"/>
                  </a:lnTo>
                  <a:lnTo>
                    <a:pt x="319" y="8"/>
                  </a:lnTo>
                  <a:lnTo>
                    <a:pt x="319" y="6"/>
                  </a:lnTo>
                  <a:lnTo>
                    <a:pt x="317" y="6"/>
                  </a:lnTo>
                  <a:lnTo>
                    <a:pt x="316" y="5"/>
                  </a:lnTo>
                  <a:lnTo>
                    <a:pt x="314" y="5"/>
                  </a:lnTo>
                  <a:lnTo>
                    <a:pt x="314" y="3"/>
                  </a:lnTo>
                  <a:lnTo>
                    <a:pt x="312" y="3"/>
                  </a:lnTo>
                  <a:lnTo>
                    <a:pt x="310" y="2"/>
                  </a:lnTo>
                  <a:lnTo>
                    <a:pt x="308" y="2"/>
                  </a:lnTo>
                  <a:lnTo>
                    <a:pt x="308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2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35" name="AutoShape 16"/>
            <p:cNvSpPr>
              <a:spLocks noChangeArrowheads="1"/>
            </p:cNvSpPr>
            <p:nvPr/>
          </p:nvSpPr>
          <p:spPr bwMode="auto">
            <a:xfrm flipV="1">
              <a:off x="899" y="3716"/>
              <a:ext cx="170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6" name="AutoShape 17"/>
            <p:cNvSpPr>
              <a:spLocks noChangeArrowheads="1"/>
            </p:cNvSpPr>
            <p:nvPr/>
          </p:nvSpPr>
          <p:spPr bwMode="auto">
            <a:xfrm flipV="1">
              <a:off x="899" y="3801"/>
              <a:ext cx="170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7" name="AutoShape 18"/>
            <p:cNvSpPr>
              <a:spLocks noChangeArrowheads="1"/>
            </p:cNvSpPr>
            <p:nvPr/>
          </p:nvSpPr>
          <p:spPr bwMode="auto">
            <a:xfrm flipV="1">
              <a:off x="1243" y="3711"/>
              <a:ext cx="88" cy="5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8" name="AutoShape 19"/>
            <p:cNvSpPr>
              <a:spLocks noChangeArrowheads="1"/>
            </p:cNvSpPr>
            <p:nvPr/>
          </p:nvSpPr>
          <p:spPr bwMode="auto">
            <a:xfrm flipV="1">
              <a:off x="1243" y="3801"/>
              <a:ext cx="87" cy="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39" name="AutoShape 20"/>
            <p:cNvSpPr>
              <a:spLocks noChangeArrowheads="1"/>
            </p:cNvSpPr>
            <p:nvPr/>
          </p:nvSpPr>
          <p:spPr bwMode="auto">
            <a:xfrm flipV="1">
              <a:off x="1093" y="3726"/>
              <a:ext cx="136" cy="4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0" name="AutoShape 21"/>
            <p:cNvSpPr>
              <a:spLocks noChangeArrowheads="1"/>
            </p:cNvSpPr>
            <p:nvPr/>
          </p:nvSpPr>
          <p:spPr bwMode="auto">
            <a:xfrm flipV="1">
              <a:off x="1111" y="3750"/>
              <a:ext cx="101" cy="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1" name="Line 22"/>
            <p:cNvSpPr>
              <a:spLocks noChangeShapeType="1"/>
            </p:cNvSpPr>
            <p:nvPr/>
          </p:nvSpPr>
          <p:spPr bwMode="auto">
            <a:xfrm>
              <a:off x="1082" y="3741"/>
              <a:ext cx="158" cy="0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2" name="Line 23"/>
            <p:cNvSpPr>
              <a:spLocks noChangeShapeType="1"/>
            </p:cNvSpPr>
            <p:nvPr/>
          </p:nvSpPr>
          <p:spPr bwMode="auto">
            <a:xfrm>
              <a:off x="1083" y="3765"/>
              <a:ext cx="156" cy="1"/>
            </a:xfrm>
            <a:prstGeom prst="line">
              <a:avLst/>
            </a:pr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43" name="AutoShape 24"/>
            <p:cNvSpPr>
              <a:spLocks noChangeArrowheads="1"/>
            </p:cNvSpPr>
            <p:nvPr/>
          </p:nvSpPr>
          <p:spPr bwMode="auto">
            <a:xfrm flipV="1">
              <a:off x="1259" y="3738"/>
              <a:ext cx="55" cy="29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44" name="Freeform 25"/>
            <p:cNvSpPr>
              <a:spLocks/>
            </p:cNvSpPr>
            <p:nvPr/>
          </p:nvSpPr>
          <p:spPr bwMode="auto">
            <a:xfrm>
              <a:off x="815" y="3844"/>
              <a:ext cx="589" cy="124"/>
            </a:xfrm>
            <a:custGeom>
              <a:avLst/>
              <a:gdLst>
                <a:gd name="T0" fmla="*/ 59 w 589"/>
                <a:gd name="T1" fmla="*/ 0 h 124"/>
                <a:gd name="T2" fmla="*/ 60 w 589"/>
                <a:gd name="T3" fmla="*/ 0 h 124"/>
                <a:gd name="T4" fmla="*/ 538 w 589"/>
                <a:gd name="T5" fmla="*/ 0 h 124"/>
                <a:gd name="T6" fmla="*/ 588 w 589"/>
                <a:gd name="T7" fmla="*/ 123 h 124"/>
                <a:gd name="T8" fmla="*/ 0 w 589"/>
                <a:gd name="T9" fmla="*/ 123 h 124"/>
                <a:gd name="T10" fmla="*/ 59 w 589"/>
                <a:gd name="T11" fmla="*/ 0 h 124"/>
                <a:gd name="T12" fmla="*/ 59 w 589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9"/>
                <a:gd name="T22" fmla="*/ 0 h 124"/>
                <a:gd name="T23" fmla="*/ 589 w 589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9" h="124">
                  <a:moveTo>
                    <a:pt x="59" y="0"/>
                  </a:moveTo>
                  <a:lnTo>
                    <a:pt x="60" y="0"/>
                  </a:lnTo>
                  <a:lnTo>
                    <a:pt x="538" y="0"/>
                  </a:lnTo>
                  <a:lnTo>
                    <a:pt x="588" y="123"/>
                  </a:lnTo>
                  <a:lnTo>
                    <a:pt x="0" y="123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405">
              <a:solidFill>
                <a:srgbClr val="C0C0C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5" name="Freeform 26"/>
            <p:cNvSpPr>
              <a:spLocks/>
            </p:cNvSpPr>
            <p:nvPr/>
          </p:nvSpPr>
          <p:spPr bwMode="auto">
            <a:xfrm>
              <a:off x="816" y="3967"/>
              <a:ext cx="588" cy="21"/>
            </a:xfrm>
            <a:custGeom>
              <a:avLst/>
              <a:gdLst>
                <a:gd name="T0" fmla="*/ 0 w 588"/>
                <a:gd name="T1" fmla="*/ 0 h 21"/>
                <a:gd name="T2" fmla="*/ 587 w 588"/>
                <a:gd name="T3" fmla="*/ 0 h 21"/>
                <a:gd name="T4" fmla="*/ 572 w 588"/>
                <a:gd name="T5" fmla="*/ 20 h 21"/>
                <a:gd name="T6" fmla="*/ 13 w 588"/>
                <a:gd name="T7" fmla="*/ 20 h 21"/>
                <a:gd name="T8" fmla="*/ 0 w 588"/>
                <a:gd name="T9" fmla="*/ 0 h 21"/>
                <a:gd name="T10" fmla="*/ 0 w 58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8"/>
                <a:gd name="T19" fmla="*/ 0 h 21"/>
                <a:gd name="T20" fmla="*/ 588 w 588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8" h="21">
                  <a:moveTo>
                    <a:pt x="0" y="0"/>
                  </a:moveTo>
                  <a:lnTo>
                    <a:pt x="587" y="0"/>
                  </a:lnTo>
                  <a:lnTo>
                    <a:pt x="572" y="20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6" name="Freeform 27"/>
            <p:cNvSpPr>
              <a:spLocks/>
            </p:cNvSpPr>
            <p:nvPr/>
          </p:nvSpPr>
          <p:spPr bwMode="auto">
            <a:xfrm>
              <a:off x="885" y="3854"/>
              <a:ext cx="378" cy="12"/>
            </a:xfrm>
            <a:custGeom>
              <a:avLst/>
              <a:gdLst>
                <a:gd name="T0" fmla="*/ 3 w 378"/>
                <a:gd name="T1" fmla="*/ 0 h 12"/>
                <a:gd name="T2" fmla="*/ 0 w 378"/>
                <a:gd name="T3" fmla="*/ 11 h 12"/>
                <a:gd name="T4" fmla="*/ 377 w 378"/>
                <a:gd name="T5" fmla="*/ 11 h 12"/>
                <a:gd name="T6" fmla="*/ 372 w 378"/>
                <a:gd name="T7" fmla="*/ 0 h 12"/>
                <a:gd name="T8" fmla="*/ 3 w 378"/>
                <a:gd name="T9" fmla="*/ 0 h 12"/>
                <a:gd name="T10" fmla="*/ 3 w 378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"/>
                <a:gd name="T19" fmla="*/ 0 h 12"/>
                <a:gd name="T20" fmla="*/ 378 w 378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" h="12">
                  <a:moveTo>
                    <a:pt x="3" y="0"/>
                  </a:moveTo>
                  <a:lnTo>
                    <a:pt x="0" y="11"/>
                  </a:lnTo>
                  <a:lnTo>
                    <a:pt x="377" y="11"/>
                  </a:lnTo>
                  <a:lnTo>
                    <a:pt x="372" y="0"/>
                  </a:lnTo>
                  <a:lnTo>
                    <a:pt x="3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7" name="Freeform 28"/>
            <p:cNvSpPr>
              <a:spLocks/>
            </p:cNvSpPr>
            <p:nvPr/>
          </p:nvSpPr>
          <p:spPr bwMode="auto">
            <a:xfrm>
              <a:off x="853" y="3872"/>
              <a:ext cx="346" cy="61"/>
            </a:xfrm>
            <a:custGeom>
              <a:avLst/>
              <a:gdLst>
                <a:gd name="T0" fmla="*/ 30 w 346"/>
                <a:gd name="T1" fmla="*/ 0 h 61"/>
                <a:gd name="T2" fmla="*/ 341 w 346"/>
                <a:gd name="T3" fmla="*/ 0 h 61"/>
                <a:gd name="T4" fmla="*/ 345 w 346"/>
                <a:gd name="T5" fmla="*/ 60 h 61"/>
                <a:gd name="T6" fmla="*/ 312 w 346"/>
                <a:gd name="T7" fmla="*/ 59 h 61"/>
                <a:gd name="T8" fmla="*/ 312 w 346"/>
                <a:gd name="T9" fmla="*/ 51 h 61"/>
                <a:gd name="T10" fmla="*/ 294 w 346"/>
                <a:gd name="T11" fmla="*/ 51 h 61"/>
                <a:gd name="T12" fmla="*/ 293 w 346"/>
                <a:gd name="T13" fmla="*/ 59 h 61"/>
                <a:gd name="T14" fmla="*/ 63 w 346"/>
                <a:gd name="T15" fmla="*/ 59 h 61"/>
                <a:gd name="T16" fmla="*/ 64 w 346"/>
                <a:gd name="T17" fmla="*/ 51 h 61"/>
                <a:gd name="T18" fmla="*/ 44 w 346"/>
                <a:gd name="T19" fmla="*/ 53 h 61"/>
                <a:gd name="T20" fmla="*/ 42 w 346"/>
                <a:gd name="T21" fmla="*/ 59 h 61"/>
                <a:gd name="T22" fmla="*/ 0 w 346"/>
                <a:gd name="T23" fmla="*/ 60 h 61"/>
                <a:gd name="T24" fmla="*/ 30 w 346"/>
                <a:gd name="T25" fmla="*/ 0 h 61"/>
                <a:gd name="T26" fmla="*/ 30 w 346"/>
                <a:gd name="T27" fmla="*/ 0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6"/>
                <a:gd name="T43" fmla="*/ 0 h 61"/>
                <a:gd name="T44" fmla="*/ 346 w 346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6" h="61">
                  <a:moveTo>
                    <a:pt x="30" y="0"/>
                  </a:moveTo>
                  <a:lnTo>
                    <a:pt x="341" y="0"/>
                  </a:lnTo>
                  <a:lnTo>
                    <a:pt x="345" y="60"/>
                  </a:lnTo>
                  <a:lnTo>
                    <a:pt x="312" y="59"/>
                  </a:lnTo>
                  <a:lnTo>
                    <a:pt x="312" y="51"/>
                  </a:lnTo>
                  <a:lnTo>
                    <a:pt x="294" y="51"/>
                  </a:lnTo>
                  <a:lnTo>
                    <a:pt x="293" y="59"/>
                  </a:lnTo>
                  <a:lnTo>
                    <a:pt x="63" y="59"/>
                  </a:lnTo>
                  <a:lnTo>
                    <a:pt x="64" y="51"/>
                  </a:lnTo>
                  <a:lnTo>
                    <a:pt x="44" y="53"/>
                  </a:lnTo>
                  <a:lnTo>
                    <a:pt x="42" y="59"/>
                  </a:lnTo>
                  <a:lnTo>
                    <a:pt x="0" y="60"/>
                  </a:lnTo>
                  <a:lnTo>
                    <a:pt x="3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8" name="Freeform 29"/>
            <p:cNvSpPr>
              <a:spLocks/>
            </p:cNvSpPr>
            <p:nvPr/>
          </p:nvSpPr>
          <p:spPr bwMode="auto">
            <a:xfrm>
              <a:off x="1202" y="3872"/>
              <a:ext cx="71" cy="29"/>
            </a:xfrm>
            <a:custGeom>
              <a:avLst/>
              <a:gdLst>
                <a:gd name="T0" fmla="*/ 0 w 71"/>
                <a:gd name="T1" fmla="*/ 0 h 29"/>
                <a:gd name="T2" fmla="*/ 0 w 71"/>
                <a:gd name="T3" fmla="*/ 0 h 29"/>
                <a:gd name="T4" fmla="*/ 2 w 71"/>
                <a:gd name="T5" fmla="*/ 28 h 29"/>
                <a:gd name="T6" fmla="*/ 70 w 71"/>
                <a:gd name="T7" fmla="*/ 28 h 29"/>
                <a:gd name="T8" fmla="*/ 63 w 71"/>
                <a:gd name="T9" fmla="*/ 0 h 29"/>
                <a:gd name="T10" fmla="*/ 0 w 71"/>
                <a:gd name="T11" fmla="*/ 0 h 29"/>
                <a:gd name="T12" fmla="*/ 0 w 7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1"/>
                <a:gd name="T22" fmla="*/ 0 h 29"/>
                <a:gd name="T23" fmla="*/ 71 w 71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1" h="29">
                  <a:moveTo>
                    <a:pt x="0" y="0"/>
                  </a:moveTo>
                  <a:lnTo>
                    <a:pt x="0" y="0"/>
                  </a:lnTo>
                  <a:lnTo>
                    <a:pt x="2" y="28"/>
                  </a:lnTo>
                  <a:lnTo>
                    <a:pt x="70" y="28"/>
                  </a:lnTo>
                  <a:lnTo>
                    <a:pt x="63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49" name="Freeform 30"/>
            <p:cNvSpPr>
              <a:spLocks/>
            </p:cNvSpPr>
            <p:nvPr/>
          </p:nvSpPr>
          <p:spPr bwMode="auto">
            <a:xfrm>
              <a:off x="1207" y="3903"/>
              <a:ext cx="73" cy="31"/>
            </a:xfrm>
            <a:custGeom>
              <a:avLst/>
              <a:gdLst>
                <a:gd name="T0" fmla="*/ 22 w 73"/>
                <a:gd name="T1" fmla="*/ 0 h 31"/>
                <a:gd name="T2" fmla="*/ 22 w 73"/>
                <a:gd name="T3" fmla="*/ 8 h 31"/>
                <a:gd name="T4" fmla="*/ 0 w 73"/>
                <a:gd name="T5" fmla="*/ 8 h 31"/>
                <a:gd name="T6" fmla="*/ 3 w 73"/>
                <a:gd name="T7" fmla="*/ 30 h 31"/>
                <a:gd name="T8" fmla="*/ 72 w 73"/>
                <a:gd name="T9" fmla="*/ 30 h 31"/>
                <a:gd name="T10" fmla="*/ 66 w 73"/>
                <a:gd name="T11" fmla="*/ 8 h 31"/>
                <a:gd name="T12" fmla="*/ 44 w 73"/>
                <a:gd name="T13" fmla="*/ 8 h 31"/>
                <a:gd name="T14" fmla="*/ 44 w 73"/>
                <a:gd name="T15" fmla="*/ 0 h 31"/>
                <a:gd name="T16" fmla="*/ 22 w 73"/>
                <a:gd name="T17" fmla="*/ 0 h 31"/>
                <a:gd name="T18" fmla="*/ 22 w 73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31"/>
                <a:gd name="T32" fmla="*/ 73 w 7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31">
                  <a:moveTo>
                    <a:pt x="22" y="0"/>
                  </a:moveTo>
                  <a:lnTo>
                    <a:pt x="22" y="8"/>
                  </a:lnTo>
                  <a:lnTo>
                    <a:pt x="0" y="8"/>
                  </a:lnTo>
                  <a:lnTo>
                    <a:pt x="3" y="30"/>
                  </a:lnTo>
                  <a:lnTo>
                    <a:pt x="72" y="30"/>
                  </a:lnTo>
                  <a:lnTo>
                    <a:pt x="66" y="8"/>
                  </a:lnTo>
                  <a:lnTo>
                    <a:pt x="44" y="8"/>
                  </a:lnTo>
                  <a:lnTo>
                    <a:pt x="44" y="0"/>
                  </a:lnTo>
                  <a:lnTo>
                    <a:pt x="22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0" name="Freeform 31"/>
            <p:cNvSpPr>
              <a:spLocks/>
            </p:cNvSpPr>
            <p:nvPr/>
          </p:nvSpPr>
          <p:spPr bwMode="auto">
            <a:xfrm>
              <a:off x="1273" y="3874"/>
              <a:ext cx="106" cy="60"/>
            </a:xfrm>
            <a:custGeom>
              <a:avLst/>
              <a:gdLst>
                <a:gd name="T0" fmla="*/ 0 w 106"/>
                <a:gd name="T1" fmla="*/ 0 h 60"/>
                <a:gd name="T2" fmla="*/ 17 w 106"/>
                <a:gd name="T3" fmla="*/ 59 h 60"/>
                <a:gd name="T4" fmla="*/ 105 w 106"/>
                <a:gd name="T5" fmla="*/ 59 h 60"/>
                <a:gd name="T6" fmla="*/ 80 w 106"/>
                <a:gd name="T7" fmla="*/ 0 h 60"/>
                <a:gd name="T8" fmla="*/ 0 w 106"/>
                <a:gd name="T9" fmla="*/ 0 h 60"/>
                <a:gd name="T10" fmla="*/ 0 w 10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6"/>
                <a:gd name="T19" fmla="*/ 0 h 60"/>
                <a:gd name="T20" fmla="*/ 106 w 106"/>
                <a:gd name="T21" fmla="*/ 60 h 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6" h="60">
                  <a:moveTo>
                    <a:pt x="0" y="0"/>
                  </a:moveTo>
                  <a:lnTo>
                    <a:pt x="17" y="59"/>
                  </a:lnTo>
                  <a:lnTo>
                    <a:pt x="105" y="59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651" name="AutoShape 32"/>
            <p:cNvSpPr>
              <a:spLocks noChangeArrowheads="1"/>
            </p:cNvSpPr>
            <p:nvPr/>
          </p:nvSpPr>
          <p:spPr bwMode="auto">
            <a:xfrm flipV="1">
              <a:off x="1015" y="3638"/>
              <a:ext cx="198" cy="36"/>
            </a:xfrm>
            <a:prstGeom prst="roundRect">
              <a:avLst>
                <a:gd name="adj" fmla="val 15912"/>
              </a:avLst>
            </a:prstGeom>
            <a:solidFill>
              <a:srgbClr val="727272"/>
            </a:solidFill>
            <a:ln w="9405">
              <a:solidFill>
                <a:srgbClr val="72727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2" name="AutoShape 33"/>
            <p:cNvSpPr>
              <a:spLocks noChangeArrowheads="1"/>
            </p:cNvSpPr>
            <p:nvPr/>
          </p:nvSpPr>
          <p:spPr bwMode="auto">
            <a:xfrm flipV="1">
              <a:off x="1260" y="3610"/>
              <a:ext cx="27" cy="17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3" name="AutoShape 34"/>
            <p:cNvSpPr>
              <a:spLocks noChangeArrowheads="1"/>
            </p:cNvSpPr>
            <p:nvPr/>
          </p:nvSpPr>
          <p:spPr bwMode="auto">
            <a:xfrm flipV="1">
              <a:off x="967" y="3658"/>
              <a:ext cx="294" cy="27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54" name="AutoShape 35"/>
            <p:cNvSpPr>
              <a:spLocks noChangeArrowheads="1"/>
            </p:cNvSpPr>
            <p:nvPr/>
          </p:nvSpPr>
          <p:spPr bwMode="auto">
            <a:xfrm flipV="1">
              <a:off x="968" y="3683"/>
              <a:ext cx="293" cy="7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1208" name="Group 36"/>
          <p:cNvGrpSpPr>
            <a:grpSpLocks/>
          </p:cNvGrpSpPr>
          <p:nvPr>
            <p:custDataLst>
              <p:tags r:id="rId7"/>
            </p:custDataLst>
          </p:nvPr>
        </p:nvGrpSpPr>
        <p:grpSpPr bwMode="auto">
          <a:xfrm>
            <a:off x="8305801" y="4114800"/>
            <a:ext cx="631825" cy="1074738"/>
            <a:chOff x="4301" y="2849"/>
            <a:chExt cx="438" cy="768"/>
          </a:xfrm>
        </p:grpSpPr>
        <p:sp>
          <p:nvSpPr>
            <p:cNvPr id="51526" name="AutoShape 37"/>
            <p:cNvSpPr>
              <a:spLocks noChangeArrowheads="1"/>
            </p:cNvSpPr>
            <p:nvPr/>
          </p:nvSpPr>
          <p:spPr bwMode="auto">
            <a:xfrm flipV="1">
              <a:off x="4301" y="2849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7" name="AutoShape 38"/>
            <p:cNvSpPr>
              <a:spLocks noChangeArrowheads="1"/>
            </p:cNvSpPr>
            <p:nvPr/>
          </p:nvSpPr>
          <p:spPr bwMode="auto">
            <a:xfrm flipV="1">
              <a:off x="4310" y="3583"/>
              <a:ext cx="424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28" name="Line 39"/>
            <p:cNvSpPr>
              <a:spLocks noChangeShapeType="1"/>
            </p:cNvSpPr>
            <p:nvPr/>
          </p:nvSpPr>
          <p:spPr bwMode="auto">
            <a:xfrm>
              <a:off x="4324" y="2849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29" name="Freeform 40"/>
            <p:cNvSpPr>
              <a:spLocks/>
            </p:cNvSpPr>
            <p:nvPr/>
          </p:nvSpPr>
          <p:spPr bwMode="auto">
            <a:xfrm>
              <a:off x="4327" y="2855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0" name="Freeform 41"/>
            <p:cNvSpPr>
              <a:spLocks/>
            </p:cNvSpPr>
            <p:nvPr/>
          </p:nvSpPr>
          <p:spPr bwMode="auto">
            <a:xfrm>
              <a:off x="4303" y="2852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1" name="Freeform 42"/>
            <p:cNvSpPr>
              <a:spLocks/>
            </p:cNvSpPr>
            <p:nvPr/>
          </p:nvSpPr>
          <p:spPr bwMode="auto">
            <a:xfrm>
              <a:off x="4717" y="2852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32" name="Line 43"/>
            <p:cNvSpPr>
              <a:spLocks noChangeShapeType="1"/>
            </p:cNvSpPr>
            <p:nvPr/>
          </p:nvSpPr>
          <p:spPr bwMode="auto">
            <a:xfrm>
              <a:off x="4717" y="2849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33" name="AutoShape 44"/>
            <p:cNvSpPr>
              <a:spLocks noChangeArrowheads="1"/>
            </p:cNvSpPr>
            <p:nvPr/>
          </p:nvSpPr>
          <p:spPr bwMode="auto">
            <a:xfrm flipV="1">
              <a:off x="4338" y="2901"/>
              <a:ext cx="77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4" name="AutoShape 45"/>
            <p:cNvSpPr>
              <a:spLocks noChangeArrowheads="1"/>
            </p:cNvSpPr>
            <p:nvPr/>
          </p:nvSpPr>
          <p:spPr bwMode="auto">
            <a:xfrm flipV="1">
              <a:off x="4347" y="2910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5" name="AutoShape 46"/>
            <p:cNvSpPr>
              <a:spLocks noChangeArrowheads="1"/>
            </p:cNvSpPr>
            <p:nvPr/>
          </p:nvSpPr>
          <p:spPr bwMode="auto">
            <a:xfrm flipV="1">
              <a:off x="4349" y="3008"/>
              <a:ext cx="56" cy="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6" name="AutoShape 47"/>
            <p:cNvSpPr>
              <a:spLocks noChangeArrowheads="1"/>
            </p:cNvSpPr>
            <p:nvPr/>
          </p:nvSpPr>
          <p:spPr bwMode="auto">
            <a:xfrm flipV="1">
              <a:off x="4349" y="2914"/>
              <a:ext cx="25" cy="9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7" name="AutoShape 48"/>
            <p:cNvSpPr>
              <a:spLocks noChangeArrowheads="1"/>
            </p:cNvSpPr>
            <p:nvPr/>
          </p:nvSpPr>
          <p:spPr bwMode="auto">
            <a:xfrm flipV="1">
              <a:off x="4385" y="2916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8" name="AutoShape 49"/>
            <p:cNvSpPr>
              <a:spLocks noChangeArrowheads="1"/>
            </p:cNvSpPr>
            <p:nvPr/>
          </p:nvSpPr>
          <p:spPr bwMode="auto">
            <a:xfrm flipV="1">
              <a:off x="4354" y="2940"/>
              <a:ext cx="15" cy="59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39" name="AutoShape 50"/>
            <p:cNvSpPr>
              <a:spLocks noChangeArrowheads="1"/>
            </p:cNvSpPr>
            <p:nvPr/>
          </p:nvSpPr>
          <p:spPr bwMode="auto">
            <a:xfrm flipV="1">
              <a:off x="4355" y="2939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0" name="AutoShape 51"/>
            <p:cNvSpPr>
              <a:spLocks noChangeArrowheads="1"/>
            </p:cNvSpPr>
            <p:nvPr/>
          </p:nvSpPr>
          <p:spPr bwMode="auto">
            <a:xfrm flipV="1">
              <a:off x="4374" y="2914"/>
              <a:ext cx="3" cy="92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1" name="AutoShape 52"/>
            <p:cNvSpPr>
              <a:spLocks noChangeArrowheads="1"/>
            </p:cNvSpPr>
            <p:nvPr/>
          </p:nvSpPr>
          <p:spPr bwMode="auto">
            <a:xfrm flipV="1">
              <a:off x="4382" y="2916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2" name="AutoShape 53"/>
            <p:cNvSpPr>
              <a:spLocks noChangeArrowheads="1"/>
            </p:cNvSpPr>
            <p:nvPr/>
          </p:nvSpPr>
          <p:spPr bwMode="auto">
            <a:xfrm flipV="1">
              <a:off x="4364" y="3013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3" name="Oval 54"/>
            <p:cNvSpPr>
              <a:spLocks noChangeArrowheads="1"/>
            </p:cNvSpPr>
            <p:nvPr/>
          </p:nvSpPr>
          <p:spPr bwMode="auto">
            <a:xfrm>
              <a:off x="4354" y="3018"/>
              <a:ext cx="6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4" name="Oval 55"/>
            <p:cNvSpPr>
              <a:spLocks noChangeArrowheads="1"/>
            </p:cNvSpPr>
            <p:nvPr/>
          </p:nvSpPr>
          <p:spPr bwMode="auto">
            <a:xfrm>
              <a:off x="4354" y="3032"/>
              <a:ext cx="6" cy="7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5" name="Freeform 56"/>
            <p:cNvSpPr>
              <a:spLocks/>
            </p:cNvSpPr>
            <p:nvPr/>
          </p:nvSpPr>
          <p:spPr bwMode="auto">
            <a:xfrm>
              <a:off x="4338" y="2900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46" name="AutoShape 57"/>
            <p:cNvSpPr>
              <a:spLocks noChangeArrowheads="1"/>
            </p:cNvSpPr>
            <p:nvPr/>
          </p:nvSpPr>
          <p:spPr bwMode="auto">
            <a:xfrm flipV="1">
              <a:off x="4389" y="3014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7" name="AutoShape 58"/>
            <p:cNvSpPr>
              <a:spLocks noChangeArrowheads="1"/>
            </p:cNvSpPr>
            <p:nvPr/>
          </p:nvSpPr>
          <p:spPr bwMode="auto">
            <a:xfrm flipV="1">
              <a:off x="4437" y="2907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8" name="AutoShape 59"/>
            <p:cNvSpPr>
              <a:spLocks noChangeArrowheads="1"/>
            </p:cNvSpPr>
            <p:nvPr/>
          </p:nvSpPr>
          <p:spPr bwMode="auto">
            <a:xfrm flipV="1">
              <a:off x="4438" y="2933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49" name="AutoShape 60"/>
            <p:cNvSpPr>
              <a:spLocks noChangeArrowheads="1"/>
            </p:cNvSpPr>
            <p:nvPr/>
          </p:nvSpPr>
          <p:spPr bwMode="auto">
            <a:xfrm flipV="1">
              <a:off x="4438" y="2965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0" name="AutoShape 61"/>
            <p:cNvSpPr>
              <a:spLocks noChangeArrowheads="1"/>
            </p:cNvSpPr>
            <p:nvPr/>
          </p:nvSpPr>
          <p:spPr bwMode="auto">
            <a:xfrm flipV="1">
              <a:off x="4438" y="2997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1" name="AutoShape 62"/>
            <p:cNvSpPr>
              <a:spLocks noChangeArrowheads="1"/>
            </p:cNvSpPr>
            <p:nvPr/>
          </p:nvSpPr>
          <p:spPr bwMode="auto">
            <a:xfrm flipV="1">
              <a:off x="4438" y="302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2" name="Group 63"/>
            <p:cNvGrpSpPr>
              <a:grpSpLocks/>
            </p:cNvGrpSpPr>
            <p:nvPr/>
          </p:nvGrpSpPr>
          <p:grpSpPr bwMode="auto">
            <a:xfrm>
              <a:off x="4451" y="2907"/>
              <a:ext cx="239" cy="152"/>
              <a:chOff x="4451" y="2907"/>
              <a:chExt cx="239" cy="152"/>
            </a:xfrm>
          </p:grpSpPr>
          <p:sp>
            <p:nvSpPr>
              <p:cNvPr id="51609" name="Line 64"/>
              <p:cNvSpPr>
                <a:spLocks noChangeShapeType="1"/>
              </p:cNvSpPr>
              <p:nvPr/>
            </p:nvSpPr>
            <p:spPr bwMode="auto">
              <a:xfrm>
                <a:off x="445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0" name="Line 65"/>
              <p:cNvSpPr>
                <a:spLocks noChangeShapeType="1"/>
              </p:cNvSpPr>
              <p:nvPr/>
            </p:nvSpPr>
            <p:spPr bwMode="auto">
              <a:xfrm>
                <a:off x="4465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1" name="Line 66"/>
              <p:cNvSpPr>
                <a:spLocks noChangeShapeType="1"/>
              </p:cNvSpPr>
              <p:nvPr/>
            </p:nvSpPr>
            <p:spPr bwMode="auto">
              <a:xfrm>
                <a:off x="44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2" name="Line 67"/>
              <p:cNvSpPr>
                <a:spLocks noChangeShapeType="1"/>
              </p:cNvSpPr>
              <p:nvPr/>
            </p:nvSpPr>
            <p:spPr bwMode="auto">
              <a:xfrm>
                <a:off x="4488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3" name="Line 68"/>
              <p:cNvSpPr>
                <a:spLocks noChangeShapeType="1"/>
              </p:cNvSpPr>
              <p:nvPr/>
            </p:nvSpPr>
            <p:spPr bwMode="auto">
              <a:xfrm>
                <a:off x="45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4" name="Line 69"/>
              <p:cNvSpPr>
                <a:spLocks noChangeShapeType="1"/>
              </p:cNvSpPr>
              <p:nvPr/>
            </p:nvSpPr>
            <p:spPr bwMode="auto">
              <a:xfrm>
                <a:off x="4513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5" name="Line 70"/>
              <p:cNvSpPr>
                <a:spLocks noChangeShapeType="1"/>
              </p:cNvSpPr>
              <p:nvPr/>
            </p:nvSpPr>
            <p:spPr bwMode="auto">
              <a:xfrm>
                <a:off x="452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6" name="Line 71"/>
              <p:cNvSpPr>
                <a:spLocks noChangeShapeType="1"/>
              </p:cNvSpPr>
              <p:nvPr/>
            </p:nvSpPr>
            <p:spPr bwMode="auto">
              <a:xfrm>
                <a:off x="45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7" name="Line 72"/>
              <p:cNvSpPr>
                <a:spLocks noChangeShapeType="1"/>
              </p:cNvSpPr>
              <p:nvPr/>
            </p:nvSpPr>
            <p:spPr bwMode="auto">
              <a:xfrm>
                <a:off x="45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8" name="Line 73"/>
              <p:cNvSpPr>
                <a:spLocks noChangeShapeType="1"/>
              </p:cNvSpPr>
              <p:nvPr/>
            </p:nvSpPr>
            <p:spPr bwMode="auto">
              <a:xfrm>
                <a:off x="45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19" name="Line 74"/>
              <p:cNvSpPr>
                <a:spLocks noChangeShapeType="1"/>
              </p:cNvSpPr>
              <p:nvPr/>
            </p:nvSpPr>
            <p:spPr bwMode="auto">
              <a:xfrm>
                <a:off x="4576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0" name="Line 75"/>
              <p:cNvSpPr>
                <a:spLocks noChangeShapeType="1"/>
              </p:cNvSpPr>
              <p:nvPr/>
            </p:nvSpPr>
            <p:spPr bwMode="auto">
              <a:xfrm>
                <a:off x="458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1" name="Line 76"/>
              <p:cNvSpPr>
                <a:spLocks noChangeShapeType="1"/>
              </p:cNvSpPr>
              <p:nvPr/>
            </p:nvSpPr>
            <p:spPr bwMode="auto">
              <a:xfrm>
                <a:off x="4601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2" name="Line 77"/>
              <p:cNvSpPr>
                <a:spLocks noChangeShapeType="1"/>
              </p:cNvSpPr>
              <p:nvPr/>
            </p:nvSpPr>
            <p:spPr bwMode="auto">
              <a:xfrm>
                <a:off x="461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3" name="Line 78"/>
              <p:cNvSpPr>
                <a:spLocks noChangeShapeType="1"/>
              </p:cNvSpPr>
              <p:nvPr/>
            </p:nvSpPr>
            <p:spPr bwMode="auto">
              <a:xfrm>
                <a:off x="462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4" name="Line 79"/>
              <p:cNvSpPr>
                <a:spLocks noChangeShapeType="1"/>
              </p:cNvSpPr>
              <p:nvPr/>
            </p:nvSpPr>
            <p:spPr bwMode="auto">
              <a:xfrm>
                <a:off x="4639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5" name="Line 80"/>
              <p:cNvSpPr>
                <a:spLocks noChangeShapeType="1"/>
              </p:cNvSpPr>
              <p:nvPr/>
            </p:nvSpPr>
            <p:spPr bwMode="auto">
              <a:xfrm>
                <a:off x="4652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6" name="Line 81"/>
              <p:cNvSpPr>
                <a:spLocks noChangeShapeType="1"/>
              </p:cNvSpPr>
              <p:nvPr/>
            </p:nvSpPr>
            <p:spPr bwMode="auto">
              <a:xfrm>
                <a:off x="4664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7" name="Line 82"/>
              <p:cNvSpPr>
                <a:spLocks noChangeShapeType="1"/>
              </p:cNvSpPr>
              <p:nvPr/>
            </p:nvSpPr>
            <p:spPr bwMode="auto">
              <a:xfrm>
                <a:off x="4677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28" name="Line 83"/>
              <p:cNvSpPr>
                <a:spLocks noChangeShapeType="1"/>
              </p:cNvSpPr>
              <p:nvPr/>
            </p:nvSpPr>
            <p:spPr bwMode="auto">
              <a:xfrm>
                <a:off x="4690" y="2907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3" name="AutoShape 84"/>
            <p:cNvSpPr>
              <a:spLocks noChangeArrowheads="1"/>
            </p:cNvSpPr>
            <p:nvPr/>
          </p:nvSpPr>
          <p:spPr bwMode="auto">
            <a:xfrm flipV="1">
              <a:off x="4437" y="3166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4" name="AutoShape 85"/>
            <p:cNvSpPr>
              <a:spLocks noChangeArrowheads="1"/>
            </p:cNvSpPr>
            <p:nvPr/>
          </p:nvSpPr>
          <p:spPr bwMode="auto">
            <a:xfrm flipV="1">
              <a:off x="4438" y="319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5" name="AutoShape 86"/>
            <p:cNvSpPr>
              <a:spLocks noChangeArrowheads="1"/>
            </p:cNvSpPr>
            <p:nvPr/>
          </p:nvSpPr>
          <p:spPr bwMode="auto">
            <a:xfrm flipV="1">
              <a:off x="4438" y="322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6" name="AutoShape 87"/>
            <p:cNvSpPr>
              <a:spLocks noChangeArrowheads="1"/>
            </p:cNvSpPr>
            <p:nvPr/>
          </p:nvSpPr>
          <p:spPr bwMode="auto">
            <a:xfrm flipV="1">
              <a:off x="4438" y="3255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57" name="AutoShape 88"/>
            <p:cNvSpPr>
              <a:spLocks noChangeArrowheads="1"/>
            </p:cNvSpPr>
            <p:nvPr/>
          </p:nvSpPr>
          <p:spPr bwMode="auto">
            <a:xfrm flipV="1">
              <a:off x="4438" y="3286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58" name="Group 89"/>
            <p:cNvGrpSpPr>
              <a:grpSpLocks/>
            </p:cNvGrpSpPr>
            <p:nvPr/>
          </p:nvGrpSpPr>
          <p:grpSpPr bwMode="auto">
            <a:xfrm>
              <a:off x="4451" y="3166"/>
              <a:ext cx="239" cy="152"/>
              <a:chOff x="4451" y="3166"/>
              <a:chExt cx="239" cy="152"/>
            </a:xfrm>
          </p:grpSpPr>
          <p:sp>
            <p:nvSpPr>
              <p:cNvPr id="51589" name="Line 90"/>
              <p:cNvSpPr>
                <a:spLocks noChangeShapeType="1"/>
              </p:cNvSpPr>
              <p:nvPr/>
            </p:nvSpPr>
            <p:spPr bwMode="auto">
              <a:xfrm>
                <a:off x="445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0" name="Line 91"/>
              <p:cNvSpPr>
                <a:spLocks noChangeShapeType="1"/>
              </p:cNvSpPr>
              <p:nvPr/>
            </p:nvSpPr>
            <p:spPr bwMode="auto">
              <a:xfrm>
                <a:off x="4465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1" name="Line 92"/>
              <p:cNvSpPr>
                <a:spLocks noChangeShapeType="1"/>
              </p:cNvSpPr>
              <p:nvPr/>
            </p:nvSpPr>
            <p:spPr bwMode="auto">
              <a:xfrm>
                <a:off x="44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2" name="Line 93"/>
              <p:cNvSpPr>
                <a:spLocks noChangeShapeType="1"/>
              </p:cNvSpPr>
              <p:nvPr/>
            </p:nvSpPr>
            <p:spPr bwMode="auto">
              <a:xfrm>
                <a:off x="4488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3" name="Line 94"/>
              <p:cNvSpPr>
                <a:spLocks noChangeShapeType="1"/>
              </p:cNvSpPr>
              <p:nvPr/>
            </p:nvSpPr>
            <p:spPr bwMode="auto">
              <a:xfrm>
                <a:off x="45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4" name="Line 95"/>
              <p:cNvSpPr>
                <a:spLocks noChangeShapeType="1"/>
              </p:cNvSpPr>
              <p:nvPr/>
            </p:nvSpPr>
            <p:spPr bwMode="auto">
              <a:xfrm>
                <a:off x="4513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5" name="Line 96"/>
              <p:cNvSpPr>
                <a:spLocks noChangeShapeType="1"/>
              </p:cNvSpPr>
              <p:nvPr/>
            </p:nvSpPr>
            <p:spPr bwMode="auto">
              <a:xfrm>
                <a:off x="452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6" name="Line 97"/>
              <p:cNvSpPr>
                <a:spLocks noChangeShapeType="1"/>
              </p:cNvSpPr>
              <p:nvPr/>
            </p:nvSpPr>
            <p:spPr bwMode="auto">
              <a:xfrm>
                <a:off x="45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7" name="Line 98"/>
              <p:cNvSpPr>
                <a:spLocks noChangeShapeType="1"/>
              </p:cNvSpPr>
              <p:nvPr/>
            </p:nvSpPr>
            <p:spPr bwMode="auto">
              <a:xfrm>
                <a:off x="45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8" name="Line 99"/>
              <p:cNvSpPr>
                <a:spLocks noChangeShapeType="1"/>
              </p:cNvSpPr>
              <p:nvPr/>
            </p:nvSpPr>
            <p:spPr bwMode="auto">
              <a:xfrm>
                <a:off x="45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99" name="Line 100"/>
              <p:cNvSpPr>
                <a:spLocks noChangeShapeType="1"/>
              </p:cNvSpPr>
              <p:nvPr/>
            </p:nvSpPr>
            <p:spPr bwMode="auto">
              <a:xfrm>
                <a:off x="4576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0" name="Line 101"/>
              <p:cNvSpPr>
                <a:spLocks noChangeShapeType="1"/>
              </p:cNvSpPr>
              <p:nvPr/>
            </p:nvSpPr>
            <p:spPr bwMode="auto">
              <a:xfrm>
                <a:off x="458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1" name="Line 102"/>
              <p:cNvSpPr>
                <a:spLocks noChangeShapeType="1"/>
              </p:cNvSpPr>
              <p:nvPr/>
            </p:nvSpPr>
            <p:spPr bwMode="auto">
              <a:xfrm>
                <a:off x="4601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2" name="Line 103"/>
              <p:cNvSpPr>
                <a:spLocks noChangeShapeType="1"/>
              </p:cNvSpPr>
              <p:nvPr/>
            </p:nvSpPr>
            <p:spPr bwMode="auto">
              <a:xfrm>
                <a:off x="461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3" name="Line 104"/>
              <p:cNvSpPr>
                <a:spLocks noChangeShapeType="1"/>
              </p:cNvSpPr>
              <p:nvPr/>
            </p:nvSpPr>
            <p:spPr bwMode="auto">
              <a:xfrm>
                <a:off x="462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4" name="Line 105"/>
              <p:cNvSpPr>
                <a:spLocks noChangeShapeType="1"/>
              </p:cNvSpPr>
              <p:nvPr/>
            </p:nvSpPr>
            <p:spPr bwMode="auto">
              <a:xfrm>
                <a:off x="4639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5" name="Line 106"/>
              <p:cNvSpPr>
                <a:spLocks noChangeShapeType="1"/>
              </p:cNvSpPr>
              <p:nvPr/>
            </p:nvSpPr>
            <p:spPr bwMode="auto">
              <a:xfrm>
                <a:off x="4652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6" name="Line 107"/>
              <p:cNvSpPr>
                <a:spLocks noChangeShapeType="1"/>
              </p:cNvSpPr>
              <p:nvPr/>
            </p:nvSpPr>
            <p:spPr bwMode="auto">
              <a:xfrm>
                <a:off x="4664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7" name="Line 108"/>
              <p:cNvSpPr>
                <a:spLocks noChangeShapeType="1"/>
              </p:cNvSpPr>
              <p:nvPr/>
            </p:nvSpPr>
            <p:spPr bwMode="auto">
              <a:xfrm>
                <a:off x="4677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608" name="Line 109"/>
              <p:cNvSpPr>
                <a:spLocks noChangeShapeType="1"/>
              </p:cNvSpPr>
              <p:nvPr/>
            </p:nvSpPr>
            <p:spPr bwMode="auto">
              <a:xfrm>
                <a:off x="4690" y="316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59" name="AutoShape 110"/>
            <p:cNvSpPr>
              <a:spLocks noChangeArrowheads="1"/>
            </p:cNvSpPr>
            <p:nvPr/>
          </p:nvSpPr>
          <p:spPr bwMode="auto">
            <a:xfrm flipV="1">
              <a:off x="4437" y="3413"/>
              <a:ext cx="265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0" name="AutoShape 111"/>
            <p:cNvSpPr>
              <a:spLocks noChangeArrowheads="1"/>
            </p:cNvSpPr>
            <p:nvPr/>
          </p:nvSpPr>
          <p:spPr bwMode="auto">
            <a:xfrm flipV="1">
              <a:off x="4438" y="344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1" name="AutoShape 112"/>
            <p:cNvSpPr>
              <a:spLocks noChangeArrowheads="1"/>
            </p:cNvSpPr>
            <p:nvPr/>
          </p:nvSpPr>
          <p:spPr bwMode="auto">
            <a:xfrm flipV="1">
              <a:off x="4438" y="347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2" name="AutoShape 113"/>
            <p:cNvSpPr>
              <a:spLocks noChangeArrowheads="1"/>
            </p:cNvSpPr>
            <p:nvPr/>
          </p:nvSpPr>
          <p:spPr bwMode="auto">
            <a:xfrm flipV="1">
              <a:off x="4438" y="350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3" name="AutoShape 114"/>
            <p:cNvSpPr>
              <a:spLocks noChangeArrowheads="1"/>
            </p:cNvSpPr>
            <p:nvPr/>
          </p:nvSpPr>
          <p:spPr bwMode="auto">
            <a:xfrm flipV="1">
              <a:off x="4438" y="353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564" name="Group 115"/>
            <p:cNvGrpSpPr>
              <a:grpSpLocks/>
            </p:cNvGrpSpPr>
            <p:nvPr/>
          </p:nvGrpSpPr>
          <p:grpSpPr bwMode="auto">
            <a:xfrm>
              <a:off x="4451" y="3414"/>
              <a:ext cx="239" cy="151"/>
              <a:chOff x="4451" y="3414"/>
              <a:chExt cx="239" cy="151"/>
            </a:xfrm>
          </p:grpSpPr>
          <p:sp>
            <p:nvSpPr>
              <p:cNvPr id="51569" name="Line 116"/>
              <p:cNvSpPr>
                <a:spLocks noChangeShapeType="1"/>
              </p:cNvSpPr>
              <p:nvPr/>
            </p:nvSpPr>
            <p:spPr bwMode="auto">
              <a:xfrm>
                <a:off x="445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0" name="Line 117"/>
              <p:cNvSpPr>
                <a:spLocks noChangeShapeType="1"/>
              </p:cNvSpPr>
              <p:nvPr/>
            </p:nvSpPr>
            <p:spPr bwMode="auto">
              <a:xfrm>
                <a:off x="4465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1" name="Line 118"/>
              <p:cNvSpPr>
                <a:spLocks noChangeShapeType="1"/>
              </p:cNvSpPr>
              <p:nvPr/>
            </p:nvSpPr>
            <p:spPr bwMode="auto">
              <a:xfrm>
                <a:off x="44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2" name="Line 119"/>
              <p:cNvSpPr>
                <a:spLocks noChangeShapeType="1"/>
              </p:cNvSpPr>
              <p:nvPr/>
            </p:nvSpPr>
            <p:spPr bwMode="auto">
              <a:xfrm>
                <a:off x="4488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3" name="Line 120"/>
              <p:cNvSpPr>
                <a:spLocks noChangeShapeType="1"/>
              </p:cNvSpPr>
              <p:nvPr/>
            </p:nvSpPr>
            <p:spPr bwMode="auto">
              <a:xfrm>
                <a:off x="45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4" name="Line 121"/>
              <p:cNvSpPr>
                <a:spLocks noChangeShapeType="1"/>
              </p:cNvSpPr>
              <p:nvPr/>
            </p:nvSpPr>
            <p:spPr bwMode="auto">
              <a:xfrm>
                <a:off x="4513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5" name="Line 122"/>
              <p:cNvSpPr>
                <a:spLocks noChangeShapeType="1"/>
              </p:cNvSpPr>
              <p:nvPr/>
            </p:nvSpPr>
            <p:spPr bwMode="auto">
              <a:xfrm>
                <a:off x="452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6" name="Line 123"/>
              <p:cNvSpPr>
                <a:spLocks noChangeShapeType="1"/>
              </p:cNvSpPr>
              <p:nvPr/>
            </p:nvSpPr>
            <p:spPr bwMode="auto">
              <a:xfrm>
                <a:off x="45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7" name="Line 124"/>
              <p:cNvSpPr>
                <a:spLocks noChangeShapeType="1"/>
              </p:cNvSpPr>
              <p:nvPr/>
            </p:nvSpPr>
            <p:spPr bwMode="auto">
              <a:xfrm>
                <a:off x="45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8" name="Line 125"/>
              <p:cNvSpPr>
                <a:spLocks noChangeShapeType="1"/>
              </p:cNvSpPr>
              <p:nvPr/>
            </p:nvSpPr>
            <p:spPr bwMode="auto">
              <a:xfrm>
                <a:off x="45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79" name="Line 126"/>
              <p:cNvSpPr>
                <a:spLocks noChangeShapeType="1"/>
              </p:cNvSpPr>
              <p:nvPr/>
            </p:nvSpPr>
            <p:spPr bwMode="auto">
              <a:xfrm>
                <a:off x="4576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0" name="Line 127"/>
              <p:cNvSpPr>
                <a:spLocks noChangeShapeType="1"/>
              </p:cNvSpPr>
              <p:nvPr/>
            </p:nvSpPr>
            <p:spPr bwMode="auto">
              <a:xfrm>
                <a:off x="458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1" name="Line 128"/>
              <p:cNvSpPr>
                <a:spLocks noChangeShapeType="1"/>
              </p:cNvSpPr>
              <p:nvPr/>
            </p:nvSpPr>
            <p:spPr bwMode="auto">
              <a:xfrm>
                <a:off x="4601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2" name="Line 129"/>
              <p:cNvSpPr>
                <a:spLocks noChangeShapeType="1"/>
              </p:cNvSpPr>
              <p:nvPr/>
            </p:nvSpPr>
            <p:spPr bwMode="auto">
              <a:xfrm>
                <a:off x="461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3" name="Line 130"/>
              <p:cNvSpPr>
                <a:spLocks noChangeShapeType="1"/>
              </p:cNvSpPr>
              <p:nvPr/>
            </p:nvSpPr>
            <p:spPr bwMode="auto">
              <a:xfrm>
                <a:off x="462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4" name="Line 131"/>
              <p:cNvSpPr>
                <a:spLocks noChangeShapeType="1"/>
              </p:cNvSpPr>
              <p:nvPr/>
            </p:nvSpPr>
            <p:spPr bwMode="auto">
              <a:xfrm>
                <a:off x="4639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5" name="Line 132"/>
              <p:cNvSpPr>
                <a:spLocks noChangeShapeType="1"/>
              </p:cNvSpPr>
              <p:nvPr/>
            </p:nvSpPr>
            <p:spPr bwMode="auto">
              <a:xfrm>
                <a:off x="4652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6" name="Line 133"/>
              <p:cNvSpPr>
                <a:spLocks noChangeShapeType="1"/>
              </p:cNvSpPr>
              <p:nvPr/>
            </p:nvSpPr>
            <p:spPr bwMode="auto">
              <a:xfrm>
                <a:off x="4664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7" name="Line 134"/>
              <p:cNvSpPr>
                <a:spLocks noChangeShapeType="1"/>
              </p:cNvSpPr>
              <p:nvPr/>
            </p:nvSpPr>
            <p:spPr bwMode="auto">
              <a:xfrm>
                <a:off x="4677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88" name="Line 135"/>
              <p:cNvSpPr>
                <a:spLocks noChangeShapeType="1"/>
              </p:cNvSpPr>
              <p:nvPr/>
            </p:nvSpPr>
            <p:spPr bwMode="auto">
              <a:xfrm>
                <a:off x="4690" y="3414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565" name="AutoShape 136"/>
            <p:cNvSpPr>
              <a:spLocks noChangeArrowheads="1"/>
            </p:cNvSpPr>
            <p:nvPr/>
          </p:nvSpPr>
          <p:spPr bwMode="auto">
            <a:xfrm flipV="1">
              <a:off x="4338" y="3090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6" name="Freeform 137"/>
            <p:cNvSpPr>
              <a:spLocks/>
            </p:cNvSpPr>
            <p:nvPr/>
          </p:nvSpPr>
          <p:spPr bwMode="auto">
            <a:xfrm>
              <a:off x="4338" y="3090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67" name="AutoShape 138"/>
            <p:cNvSpPr>
              <a:spLocks noChangeArrowheads="1"/>
            </p:cNvSpPr>
            <p:nvPr/>
          </p:nvSpPr>
          <p:spPr bwMode="auto">
            <a:xfrm flipV="1">
              <a:off x="4338" y="3121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68" name="Freeform 139"/>
            <p:cNvSpPr>
              <a:spLocks/>
            </p:cNvSpPr>
            <p:nvPr/>
          </p:nvSpPr>
          <p:spPr bwMode="auto">
            <a:xfrm>
              <a:off x="4338" y="3121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9" name="Group 140"/>
          <p:cNvGrpSpPr>
            <a:grpSpLocks/>
          </p:cNvGrpSpPr>
          <p:nvPr>
            <p:custDataLst>
              <p:tags r:id="rId8"/>
            </p:custDataLst>
          </p:nvPr>
        </p:nvGrpSpPr>
        <p:grpSpPr bwMode="auto">
          <a:xfrm>
            <a:off x="6076950" y="3698876"/>
            <a:ext cx="630238" cy="1076325"/>
            <a:chOff x="3155" y="2641"/>
            <a:chExt cx="437" cy="768"/>
          </a:xfrm>
        </p:grpSpPr>
        <p:sp>
          <p:nvSpPr>
            <p:cNvPr id="51423" name="AutoShape 141"/>
            <p:cNvSpPr>
              <a:spLocks noChangeArrowheads="1"/>
            </p:cNvSpPr>
            <p:nvPr/>
          </p:nvSpPr>
          <p:spPr bwMode="auto">
            <a:xfrm flipV="1">
              <a:off x="3155" y="2641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4" name="AutoShape 142"/>
            <p:cNvSpPr>
              <a:spLocks noChangeArrowheads="1"/>
            </p:cNvSpPr>
            <p:nvPr/>
          </p:nvSpPr>
          <p:spPr bwMode="auto">
            <a:xfrm flipV="1">
              <a:off x="3164" y="3375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25" name="Line 143"/>
            <p:cNvSpPr>
              <a:spLocks noChangeShapeType="1"/>
            </p:cNvSpPr>
            <p:nvPr/>
          </p:nvSpPr>
          <p:spPr bwMode="auto">
            <a:xfrm>
              <a:off x="3177" y="2641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26" name="Freeform 144"/>
            <p:cNvSpPr>
              <a:spLocks/>
            </p:cNvSpPr>
            <p:nvPr/>
          </p:nvSpPr>
          <p:spPr bwMode="auto">
            <a:xfrm>
              <a:off x="3180" y="2647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7" name="Freeform 145"/>
            <p:cNvSpPr>
              <a:spLocks/>
            </p:cNvSpPr>
            <p:nvPr/>
          </p:nvSpPr>
          <p:spPr bwMode="auto">
            <a:xfrm>
              <a:off x="3156" y="2644"/>
              <a:ext cx="18" cy="727"/>
            </a:xfrm>
            <a:custGeom>
              <a:avLst/>
              <a:gdLst>
                <a:gd name="T0" fmla="*/ 0 w 18"/>
                <a:gd name="T1" fmla="*/ 726 h 727"/>
                <a:gd name="T2" fmla="*/ 0 w 18"/>
                <a:gd name="T3" fmla="*/ 0 h 727"/>
                <a:gd name="T4" fmla="*/ 17 w 18"/>
                <a:gd name="T5" fmla="*/ 0 h 727"/>
                <a:gd name="T6" fmla="*/ 0 60000 65536"/>
                <a:gd name="T7" fmla="*/ 0 60000 65536"/>
                <a:gd name="T8" fmla="*/ 0 60000 65536"/>
                <a:gd name="T9" fmla="*/ 0 w 18"/>
                <a:gd name="T10" fmla="*/ 0 h 727"/>
                <a:gd name="T11" fmla="*/ 18 w 18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7">
                  <a:moveTo>
                    <a:pt x="0" y="726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8" name="Freeform 146"/>
            <p:cNvSpPr>
              <a:spLocks/>
            </p:cNvSpPr>
            <p:nvPr/>
          </p:nvSpPr>
          <p:spPr bwMode="auto">
            <a:xfrm>
              <a:off x="3571" y="2644"/>
              <a:ext cx="20" cy="727"/>
            </a:xfrm>
            <a:custGeom>
              <a:avLst/>
              <a:gdLst>
                <a:gd name="T0" fmla="*/ 0 w 20"/>
                <a:gd name="T1" fmla="*/ 0 h 727"/>
                <a:gd name="T2" fmla="*/ 19 w 20"/>
                <a:gd name="T3" fmla="*/ 0 h 727"/>
                <a:gd name="T4" fmla="*/ 19 w 20"/>
                <a:gd name="T5" fmla="*/ 726 h 727"/>
                <a:gd name="T6" fmla="*/ 0 60000 65536"/>
                <a:gd name="T7" fmla="*/ 0 60000 65536"/>
                <a:gd name="T8" fmla="*/ 0 60000 65536"/>
                <a:gd name="T9" fmla="*/ 0 w 20"/>
                <a:gd name="T10" fmla="*/ 0 h 727"/>
                <a:gd name="T11" fmla="*/ 20 w 20"/>
                <a:gd name="T12" fmla="*/ 727 h 7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7">
                  <a:moveTo>
                    <a:pt x="0" y="0"/>
                  </a:moveTo>
                  <a:lnTo>
                    <a:pt x="19" y="0"/>
                  </a:lnTo>
                  <a:lnTo>
                    <a:pt x="19" y="726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29" name="Line 147"/>
            <p:cNvSpPr>
              <a:spLocks noChangeShapeType="1"/>
            </p:cNvSpPr>
            <p:nvPr/>
          </p:nvSpPr>
          <p:spPr bwMode="auto">
            <a:xfrm>
              <a:off x="3571" y="2641"/>
              <a:ext cx="0" cy="738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30" name="AutoShape 148"/>
            <p:cNvSpPr>
              <a:spLocks noChangeArrowheads="1"/>
            </p:cNvSpPr>
            <p:nvPr/>
          </p:nvSpPr>
          <p:spPr bwMode="auto">
            <a:xfrm flipV="1">
              <a:off x="3192" y="2693"/>
              <a:ext cx="76" cy="16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1" name="AutoShape 149"/>
            <p:cNvSpPr>
              <a:spLocks noChangeArrowheads="1"/>
            </p:cNvSpPr>
            <p:nvPr/>
          </p:nvSpPr>
          <p:spPr bwMode="auto">
            <a:xfrm flipV="1">
              <a:off x="3200" y="2702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2" name="AutoShape 150"/>
            <p:cNvSpPr>
              <a:spLocks noChangeArrowheads="1"/>
            </p:cNvSpPr>
            <p:nvPr/>
          </p:nvSpPr>
          <p:spPr bwMode="auto">
            <a:xfrm flipV="1">
              <a:off x="3202" y="2800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3" name="AutoShape 151"/>
            <p:cNvSpPr>
              <a:spLocks noChangeArrowheads="1"/>
            </p:cNvSpPr>
            <p:nvPr/>
          </p:nvSpPr>
          <p:spPr bwMode="auto">
            <a:xfrm flipV="1">
              <a:off x="3202" y="2706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4" name="AutoShape 152"/>
            <p:cNvSpPr>
              <a:spLocks noChangeArrowheads="1"/>
            </p:cNvSpPr>
            <p:nvPr/>
          </p:nvSpPr>
          <p:spPr bwMode="auto">
            <a:xfrm flipV="1">
              <a:off x="3238" y="2709"/>
              <a:ext cx="17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5" name="AutoShape 153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6" name="AutoShape 154"/>
            <p:cNvSpPr>
              <a:spLocks noChangeArrowheads="1"/>
            </p:cNvSpPr>
            <p:nvPr/>
          </p:nvSpPr>
          <p:spPr bwMode="auto">
            <a:xfrm flipV="1">
              <a:off x="3208" y="2731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7" name="AutoShape 155"/>
            <p:cNvSpPr>
              <a:spLocks noChangeArrowheads="1"/>
            </p:cNvSpPr>
            <p:nvPr/>
          </p:nvSpPr>
          <p:spPr bwMode="auto">
            <a:xfrm flipV="1">
              <a:off x="3227" y="2706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8" name="AutoShape 156"/>
            <p:cNvSpPr>
              <a:spLocks noChangeArrowheads="1"/>
            </p:cNvSpPr>
            <p:nvPr/>
          </p:nvSpPr>
          <p:spPr bwMode="auto">
            <a:xfrm flipV="1">
              <a:off x="3235" y="270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39" name="AutoShape 157"/>
            <p:cNvSpPr>
              <a:spLocks noChangeArrowheads="1"/>
            </p:cNvSpPr>
            <p:nvPr/>
          </p:nvSpPr>
          <p:spPr bwMode="auto">
            <a:xfrm flipV="1">
              <a:off x="3217" y="280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0" name="Oval 158"/>
            <p:cNvSpPr>
              <a:spLocks noChangeArrowheads="1"/>
            </p:cNvSpPr>
            <p:nvPr/>
          </p:nvSpPr>
          <p:spPr bwMode="auto">
            <a:xfrm>
              <a:off x="3208" y="280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1" name="Oval 159"/>
            <p:cNvSpPr>
              <a:spLocks noChangeArrowheads="1"/>
            </p:cNvSpPr>
            <p:nvPr/>
          </p:nvSpPr>
          <p:spPr bwMode="auto">
            <a:xfrm>
              <a:off x="3208" y="2825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2" name="Freeform 160"/>
            <p:cNvSpPr>
              <a:spLocks/>
            </p:cNvSpPr>
            <p:nvPr/>
          </p:nvSpPr>
          <p:spPr bwMode="auto">
            <a:xfrm>
              <a:off x="3191" y="2693"/>
              <a:ext cx="81" cy="163"/>
            </a:xfrm>
            <a:custGeom>
              <a:avLst/>
              <a:gdLst>
                <a:gd name="T0" fmla="*/ 78 w 81"/>
                <a:gd name="T1" fmla="*/ 0 h 163"/>
                <a:gd name="T2" fmla="*/ 80 w 81"/>
                <a:gd name="T3" fmla="*/ 162 h 163"/>
                <a:gd name="T4" fmla="*/ 0 w 81"/>
                <a:gd name="T5" fmla="*/ 162 h 163"/>
                <a:gd name="T6" fmla="*/ 0 60000 65536"/>
                <a:gd name="T7" fmla="*/ 0 60000 65536"/>
                <a:gd name="T8" fmla="*/ 0 60000 65536"/>
                <a:gd name="T9" fmla="*/ 0 w 81"/>
                <a:gd name="T10" fmla="*/ 0 h 163"/>
                <a:gd name="T11" fmla="*/ 81 w 81"/>
                <a:gd name="T12" fmla="*/ 163 h 1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3">
                  <a:moveTo>
                    <a:pt x="78" y="0"/>
                  </a:moveTo>
                  <a:lnTo>
                    <a:pt x="80" y="162"/>
                  </a:lnTo>
                  <a:lnTo>
                    <a:pt x="0" y="162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43" name="AutoShape 161"/>
            <p:cNvSpPr>
              <a:spLocks noChangeArrowheads="1"/>
            </p:cNvSpPr>
            <p:nvPr/>
          </p:nvSpPr>
          <p:spPr bwMode="auto">
            <a:xfrm flipV="1">
              <a:off x="3242" y="2806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4" name="AutoShape 162"/>
            <p:cNvSpPr>
              <a:spLocks noChangeArrowheads="1"/>
            </p:cNvSpPr>
            <p:nvPr/>
          </p:nvSpPr>
          <p:spPr bwMode="auto">
            <a:xfrm flipV="1">
              <a:off x="3291" y="2698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5" name="AutoShape 163"/>
            <p:cNvSpPr>
              <a:spLocks noChangeArrowheads="1"/>
            </p:cNvSpPr>
            <p:nvPr/>
          </p:nvSpPr>
          <p:spPr bwMode="auto">
            <a:xfrm flipV="1">
              <a:off x="3291" y="272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6" name="AutoShape 164"/>
            <p:cNvSpPr>
              <a:spLocks noChangeArrowheads="1"/>
            </p:cNvSpPr>
            <p:nvPr/>
          </p:nvSpPr>
          <p:spPr bwMode="auto">
            <a:xfrm flipV="1">
              <a:off x="3291" y="275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7" name="AutoShape 165"/>
            <p:cNvSpPr>
              <a:spLocks noChangeArrowheads="1"/>
            </p:cNvSpPr>
            <p:nvPr/>
          </p:nvSpPr>
          <p:spPr bwMode="auto">
            <a:xfrm flipV="1">
              <a:off x="3291" y="2789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48" name="AutoShape 166"/>
            <p:cNvSpPr>
              <a:spLocks noChangeArrowheads="1"/>
            </p:cNvSpPr>
            <p:nvPr/>
          </p:nvSpPr>
          <p:spPr bwMode="auto">
            <a:xfrm flipV="1">
              <a:off x="3291" y="281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49" name="Group 167"/>
            <p:cNvGrpSpPr>
              <a:grpSpLocks/>
            </p:cNvGrpSpPr>
            <p:nvPr/>
          </p:nvGrpSpPr>
          <p:grpSpPr bwMode="auto">
            <a:xfrm>
              <a:off x="3305" y="2699"/>
              <a:ext cx="238" cy="152"/>
              <a:chOff x="3305" y="2699"/>
              <a:chExt cx="238" cy="152"/>
            </a:xfrm>
          </p:grpSpPr>
          <p:sp>
            <p:nvSpPr>
              <p:cNvPr id="51506" name="Line 168"/>
              <p:cNvSpPr>
                <a:spLocks noChangeShapeType="1"/>
              </p:cNvSpPr>
              <p:nvPr/>
            </p:nvSpPr>
            <p:spPr bwMode="auto">
              <a:xfrm>
                <a:off x="33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7" name="Line 169"/>
              <p:cNvSpPr>
                <a:spLocks noChangeShapeType="1"/>
              </p:cNvSpPr>
              <p:nvPr/>
            </p:nvSpPr>
            <p:spPr bwMode="auto">
              <a:xfrm>
                <a:off x="3318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8" name="Line 170"/>
              <p:cNvSpPr>
                <a:spLocks noChangeShapeType="1"/>
              </p:cNvSpPr>
              <p:nvPr/>
            </p:nvSpPr>
            <p:spPr bwMode="auto">
              <a:xfrm>
                <a:off x="33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9" name="Line 171"/>
              <p:cNvSpPr>
                <a:spLocks noChangeShapeType="1"/>
              </p:cNvSpPr>
              <p:nvPr/>
            </p:nvSpPr>
            <p:spPr bwMode="auto">
              <a:xfrm>
                <a:off x="3341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0" name="Line 172"/>
              <p:cNvSpPr>
                <a:spLocks noChangeShapeType="1"/>
              </p:cNvSpPr>
              <p:nvPr/>
            </p:nvSpPr>
            <p:spPr bwMode="auto">
              <a:xfrm>
                <a:off x="33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1" name="Line 173"/>
              <p:cNvSpPr>
                <a:spLocks noChangeShapeType="1"/>
              </p:cNvSpPr>
              <p:nvPr/>
            </p:nvSpPr>
            <p:spPr bwMode="auto">
              <a:xfrm>
                <a:off x="336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2" name="Line 174"/>
              <p:cNvSpPr>
                <a:spLocks noChangeShapeType="1"/>
              </p:cNvSpPr>
              <p:nvPr/>
            </p:nvSpPr>
            <p:spPr bwMode="auto">
              <a:xfrm>
                <a:off x="337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3" name="Line 175"/>
              <p:cNvSpPr>
                <a:spLocks noChangeShapeType="1"/>
              </p:cNvSpPr>
              <p:nvPr/>
            </p:nvSpPr>
            <p:spPr bwMode="auto">
              <a:xfrm>
                <a:off x="33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4" name="Line 176"/>
              <p:cNvSpPr>
                <a:spLocks noChangeShapeType="1"/>
              </p:cNvSpPr>
              <p:nvPr/>
            </p:nvSpPr>
            <p:spPr bwMode="auto">
              <a:xfrm>
                <a:off x="3406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5" name="Line 177"/>
              <p:cNvSpPr>
                <a:spLocks noChangeShapeType="1"/>
              </p:cNvSpPr>
              <p:nvPr/>
            </p:nvSpPr>
            <p:spPr bwMode="auto">
              <a:xfrm>
                <a:off x="34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6" name="Line 178"/>
              <p:cNvSpPr>
                <a:spLocks noChangeShapeType="1"/>
              </p:cNvSpPr>
              <p:nvPr/>
            </p:nvSpPr>
            <p:spPr bwMode="auto">
              <a:xfrm>
                <a:off x="3429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7" name="Line 179"/>
              <p:cNvSpPr>
                <a:spLocks noChangeShapeType="1"/>
              </p:cNvSpPr>
              <p:nvPr/>
            </p:nvSpPr>
            <p:spPr bwMode="auto">
              <a:xfrm>
                <a:off x="344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8" name="Line 180"/>
              <p:cNvSpPr>
                <a:spLocks noChangeShapeType="1"/>
              </p:cNvSpPr>
              <p:nvPr/>
            </p:nvSpPr>
            <p:spPr bwMode="auto">
              <a:xfrm>
                <a:off x="3454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19" name="Line 181"/>
              <p:cNvSpPr>
                <a:spLocks noChangeShapeType="1"/>
              </p:cNvSpPr>
              <p:nvPr/>
            </p:nvSpPr>
            <p:spPr bwMode="auto">
              <a:xfrm>
                <a:off x="346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0" name="Line 182"/>
              <p:cNvSpPr>
                <a:spLocks noChangeShapeType="1"/>
              </p:cNvSpPr>
              <p:nvPr/>
            </p:nvSpPr>
            <p:spPr bwMode="auto">
              <a:xfrm>
                <a:off x="348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1" name="Line 183"/>
              <p:cNvSpPr>
                <a:spLocks noChangeShapeType="1"/>
              </p:cNvSpPr>
              <p:nvPr/>
            </p:nvSpPr>
            <p:spPr bwMode="auto">
              <a:xfrm>
                <a:off x="3492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2" name="Line 184"/>
              <p:cNvSpPr>
                <a:spLocks noChangeShapeType="1"/>
              </p:cNvSpPr>
              <p:nvPr/>
            </p:nvSpPr>
            <p:spPr bwMode="auto">
              <a:xfrm>
                <a:off x="3505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3" name="Line 185"/>
              <p:cNvSpPr>
                <a:spLocks noChangeShapeType="1"/>
              </p:cNvSpPr>
              <p:nvPr/>
            </p:nvSpPr>
            <p:spPr bwMode="auto">
              <a:xfrm>
                <a:off x="3517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4" name="Line 186"/>
              <p:cNvSpPr>
                <a:spLocks noChangeShapeType="1"/>
              </p:cNvSpPr>
              <p:nvPr/>
            </p:nvSpPr>
            <p:spPr bwMode="auto">
              <a:xfrm>
                <a:off x="3530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25" name="Line 187"/>
              <p:cNvSpPr>
                <a:spLocks noChangeShapeType="1"/>
              </p:cNvSpPr>
              <p:nvPr/>
            </p:nvSpPr>
            <p:spPr bwMode="auto">
              <a:xfrm>
                <a:off x="3543" y="269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0" name="AutoShape 188"/>
            <p:cNvSpPr>
              <a:spLocks noChangeArrowheads="1"/>
            </p:cNvSpPr>
            <p:nvPr/>
          </p:nvSpPr>
          <p:spPr bwMode="auto">
            <a:xfrm flipV="1">
              <a:off x="3291" y="2958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1" name="AutoShape 189"/>
            <p:cNvSpPr>
              <a:spLocks noChangeArrowheads="1"/>
            </p:cNvSpPr>
            <p:nvPr/>
          </p:nvSpPr>
          <p:spPr bwMode="auto">
            <a:xfrm flipV="1">
              <a:off x="3291" y="2985"/>
              <a:ext cx="262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2" name="AutoShape 190"/>
            <p:cNvSpPr>
              <a:spLocks noChangeArrowheads="1"/>
            </p:cNvSpPr>
            <p:nvPr/>
          </p:nvSpPr>
          <p:spPr bwMode="auto">
            <a:xfrm flipV="1">
              <a:off x="3291" y="301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3" name="AutoShape 191"/>
            <p:cNvSpPr>
              <a:spLocks noChangeArrowheads="1"/>
            </p:cNvSpPr>
            <p:nvPr/>
          </p:nvSpPr>
          <p:spPr bwMode="auto">
            <a:xfrm flipV="1">
              <a:off x="3291" y="304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4" name="AutoShape 192"/>
            <p:cNvSpPr>
              <a:spLocks noChangeArrowheads="1"/>
            </p:cNvSpPr>
            <p:nvPr/>
          </p:nvSpPr>
          <p:spPr bwMode="auto">
            <a:xfrm flipV="1">
              <a:off x="3291" y="3078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55" name="Group 193"/>
            <p:cNvGrpSpPr>
              <a:grpSpLocks/>
            </p:cNvGrpSpPr>
            <p:nvPr/>
          </p:nvGrpSpPr>
          <p:grpSpPr bwMode="auto">
            <a:xfrm>
              <a:off x="3305" y="2958"/>
              <a:ext cx="238" cy="152"/>
              <a:chOff x="3305" y="2958"/>
              <a:chExt cx="238" cy="152"/>
            </a:xfrm>
          </p:grpSpPr>
          <p:sp>
            <p:nvSpPr>
              <p:cNvPr id="51486" name="Line 194"/>
              <p:cNvSpPr>
                <a:spLocks noChangeShapeType="1"/>
              </p:cNvSpPr>
              <p:nvPr/>
            </p:nvSpPr>
            <p:spPr bwMode="auto">
              <a:xfrm>
                <a:off x="33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7" name="Line 195"/>
              <p:cNvSpPr>
                <a:spLocks noChangeShapeType="1"/>
              </p:cNvSpPr>
              <p:nvPr/>
            </p:nvSpPr>
            <p:spPr bwMode="auto">
              <a:xfrm>
                <a:off x="3318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8" name="Line 196"/>
              <p:cNvSpPr>
                <a:spLocks noChangeShapeType="1"/>
              </p:cNvSpPr>
              <p:nvPr/>
            </p:nvSpPr>
            <p:spPr bwMode="auto">
              <a:xfrm>
                <a:off x="33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9" name="Line 197"/>
              <p:cNvSpPr>
                <a:spLocks noChangeShapeType="1"/>
              </p:cNvSpPr>
              <p:nvPr/>
            </p:nvSpPr>
            <p:spPr bwMode="auto">
              <a:xfrm>
                <a:off x="3341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0" name="Line 198"/>
              <p:cNvSpPr>
                <a:spLocks noChangeShapeType="1"/>
              </p:cNvSpPr>
              <p:nvPr/>
            </p:nvSpPr>
            <p:spPr bwMode="auto">
              <a:xfrm>
                <a:off x="33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1" name="Line 199"/>
              <p:cNvSpPr>
                <a:spLocks noChangeShapeType="1"/>
              </p:cNvSpPr>
              <p:nvPr/>
            </p:nvSpPr>
            <p:spPr bwMode="auto">
              <a:xfrm>
                <a:off x="336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2" name="Line 200"/>
              <p:cNvSpPr>
                <a:spLocks noChangeShapeType="1"/>
              </p:cNvSpPr>
              <p:nvPr/>
            </p:nvSpPr>
            <p:spPr bwMode="auto">
              <a:xfrm>
                <a:off x="337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3" name="Line 201"/>
              <p:cNvSpPr>
                <a:spLocks noChangeShapeType="1"/>
              </p:cNvSpPr>
              <p:nvPr/>
            </p:nvSpPr>
            <p:spPr bwMode="auto">
              <a:xfrm>
                <a:off x="33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4" name="Line 202"/>
              <p:cNvSpPr>
                <a:spLocks noChangeShapeType="1"/>
              </p:cNvSpPr>
              <p:nvPr/>
            </p:nvSpPr>
            <p:spPr bwMode="auto">
              <a:xfrm>
                <a:off x="3406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5" name="Line 203"/>
              <p:cNvSpPr>
                <a:spLocks noChangeShapeType="1"/>
              </p:cNvSpPr>
              <p:nvPr/>
            </p:nvSpPr>
            <p:spPr bwMode="auto">
              <a:xfrm>
                <a:off x="34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6" name="Line 204"/>
              <p:cNvSpPr>
                <a:spLocks noChangeShapeType="1"/>
              </p:cNvSpPr>
              <p:nvPr/>
            </p:nvSpPr>
            <p:spPr bwMode="auto">
              <a:xfrm>
                <a:off x="3429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7" name="Line 205"/>
              <p:cNvSpPr>
                <a:spLocks noChangeShapeType="1"/>
              </p:cNvSpPr>
              <p:nvPr/>
            </p:nvSpPr>
            <p:spPr bwMode="auto">
              <a:xfrm>
                <a:off x="344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8" name="Line 206"/>
              <p:cNvSpPr>
                <a:spLocks noChangeShapeType="1"/>
              </p:cNvSpPr>
              <p:nvPr/>
            </p:nvSpPr>
            <p:spPr bwMode="auto">
              <a:xfrm>
                <a:off x="3454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99" name="Line 207"/>
              <p:cNvSpPr>
                <a:spLocks noChangeShapeType="1"/>
              </p:cNvSpPr>
              <p:nvPr/>
            </p:nvSpPr>
            <p:spPr bwMode="auto">
              <a:xfrm>
                <a:off x="346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0" name="Line 208"/>
              <p:cNvSpPr>
                <a:spLocks noChangeShapeType="1"/>
              </p:cNvSpPr>
              <p:nvPr/>
            </p:nvSpPr>
            <p:spPr bwMode="auto">
              <a:xfrm>
                <a:off x="348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1" name="Line 209"/>
              <p:cNvSpPr>
                <a:spLocks noChangeShapeType="1"/>
              </p:cNvSpPr>
              <p:nvPr/>
            </p:nvSpPr>
            <p:spPr bwMode="auto">
              <a:xfrm>
                <a:off x="3492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2" name="Line 210"/>
              <p:cNvSpPr>
                <a:spLocks noChangeShapeType="1"/>
              </p:cNvSpPr>
              <p:nvPr/>
            </p:nvSpPr>
            <p:spPr bwMode="auto">
              <a:xfrm>
                <a:off x="3505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3" name="Line 211"/>
              <p:cNvSpPr>
                <a:spLocks noChangeShapeType="1"/>
              </p:cNvSpPr>
              <p:nvPr/>
            </p:nvSpPr>
            <p:spPr bwMode="auto">
              <a:xfrm>
                <a:off x="3517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4" name="Line 212"/>
              <p:cNvSpPr>
                <a:spLocks noChangeShapeType="1"/>
              </p:cNvSpPr>
              <p:nvPr/>
            </p:nvSpPr>
            <p:spPr bwMode="auto">
              <a:xfrm>
                <a:off x="3530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505" name="Line 213"/>
              <p:cNvSpPr>
                <a:spLocks noChangeShapeType="1"/>
              </p:cNvSpPr>
              <p:nvPr/>
            </p:nvSpPr>
            <p:spPr bwMode="auto">
              <a:xfrm>
                <a:off x="3543" y="2958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56" name="AutoShape 214"/>
            <p:cNvSpPr>
              <a:spLocks noChangeArrowheads="1"/>
            </p:cNvSpPr>
            <p:nvPr/>
          </p:nvSpPr>
          <p:spPr bwMode="auto">
            <a:xfrm flipV="1">
              <a:off x="3291" y="3205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7" name="AutoShape 215"/>
            <p:cNvSpPr>
              <a:spLocks noChangeArrowheads="1"/>
            </p:cNvSpPr>
            <p:nvPr/>
          </p:nvSpPr>
          <p:spPr bwMode="auto">
            <a:xfrm flipV="1">
              <a:off x="3291" y="3232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8" name="AutoShape 216"/>
            <p:cNvSpPr>
              <a:spLocks noChangeArrowheads="1"/>
            </p:cNvSpPr>
            <p:nvPr/>
          </p:nvSpPr>
          <p:spPr bwMode="auto">
            <a:xfrm flipV="1">
              <a:off x="3291" y="3262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59" name="AutoShape 217"/>
            <p:cNvSpPr>
              <a:spLocks noChangeArrowheads="1"/>
            </p:cNvSpPr>
            <p:nvPr/>
          </p:nvSpPr>
          <p:spPr bwMode="auto">
            <a:xfrm flipV="1">
              <a:off x="3291" y="329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0" name="AutoShape 218"/>
            <p:cNvSpPr>
              <a:spLocks noChangeArrowheads="1"/>
            </p:cNvSpPr>
            <p:nvPr/>
          </p:nvSpPr>
          <p:spPr bwMode="auto">
            <a:xfrm flipV="1">
              <a:off x="3291" y="332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461" name="Group 219"/>
            <p:cNvGrpSpPr>
              <a:grpSpLocks/>
            </p:cNvGrpSpPr>
            <p:nvPr/>
          </p:nvGrpSpPr>
          <p:grpSpPr bwMode="auto">
            <a:xfrm>
              <a:off x="3305" y="3205"/>
              <a:ext cx="238" cy="152"/>
              <a:chOff x="3305" y="3205"/>
              <a:chExt cx="238" cy="152"/>
            </a:xfrm>
          </p:grpSpPr>
          <p:sp>
            <p:nvSpPr>
              <p:cNvPr id="51466" name="Line 220"/>
              <p:cNvSpPr>
                <a:spLocks noChangeShapeType="1"/>
              </p:cNvSpPr>
              <p:nvPr/>
            </p:nvSpPr>
            <p:spPr bwMode="auto">
              <a:xfrm>
                <a:off x="33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7" name="Line 221"/>
              <p:cNvSpPr>
                <a:spLocks noChangeShapeType="1"/>
              </p:cNvSpPr>
              <p:nvPr/>
            </p:nvSpPr>
            <p:spPr bwMode="auto">
              <a:xfrm>
                <a:off x="3318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8" name="Line 222"/>
              <p:cNvSpPr>
                <a:spLocks noChangeShapeType="1"/>
              </p:cNvSpPr>
              <p:nvPr/>
            </p:nvSpPr>
            <p:spPr bwMode="auto">
              <a:xfrm>
                <a:off x="33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69" name="Line 223"/>
              <p:cNvSpPr>
                <a:spLocks noChangeShapeType="1"/>
              </p:cNvSpPr>
              <p:nvPr/>
            </p:nvSpPr>
            <p:spPr bwMode="auto">
              <a:xfrm>
                <a:off x="3341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0" name="Line 224"/>
              <p:cNvSpPr>
                <a:spLocks noChangeShapeType="1"/>
              </p:cNvSpPr>
              <p:nvPr/>
            </p:nvSpPr>
            <p:spPr bwMode="auto">
              <a:xfrm>
                <a:off x="33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1" name="Line 225"/>
              <p:cNvSpPr>
                <a:spLocks noChangeShapeType="1"/>
              </p:cNvSpPr>
              <p:nvPr/>
            </p:nvSpPr>
            <p:spPr bwMode="auto">
              <a:xfrm>
                <a:off x="336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2" name="Line 226"/>
              <p:cNvSpPr>
                <a:spLocks noChangeShapeType="1"/>
              </p:cNvSpPr>
              <p:nvPr/>
            </p:nvSpPr>
            <p:spPr bwMode="auto">
              <a:xfrm>
                <a:off x="337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3" name="Line 227"/>
              <p:cNvSpPr>
                <a:spLocks noChangeShapeType="1"/>
              </p:cNvSpPr>
              <p:nvPr/>
            </p:nvSpPr>
            <p:spPr bwMode="auto">
              <a:xfrm>
                <a:off x="33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4" name="Line 228"/>
              <p:cNvSpPr>
                <a:spLocks noChangeShapeType="1"/>
              </p:cNvSpPr>
              <p:nvPr/>
            </p:nvSpPr>
            <p:spPr bwMode="auto">
              <a:xfrm>
                <a:off x="3406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5" name="Line 229"/>
              <p:cNvSpPr>
                <a:spLocks noChangeShapeType="1"/>
              </p:cNvSpPr>
              <p:nvPr/>
            </p:nvSpPr>
            <p:spPr bwMode="auto">
              <a:xfrm>
                <a:off x="34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6" name="Line 230"/>
              <p:cNvSpPr>
                <a:spLocks noChangeShapeType="1"/>
              </p:cNvSpPr>
              <p:nvPr/>
            </p:nvSpPr>
            <p:spPr bwMode="auto">
              <a:xfrm>
                <a:off x="3429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7" name="Line 231"/>
              <p:cNvSpPr>
                <a:spLocks noChangeShapeType="1"/>
              </p:cNvSpPr>
              <p:nvPr/>
            </p:nvSpPr>
            <p:spPr bwMode="auto">
              <a:xfrm>
                <a:off x="344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8" name="Line 232"/>
              <p:cNvSpPr>
                <a:spLocks noChangeShapeType="1"/>
              </p:cNvSpPr>
              <p:nvPr/>
            </p:nvSpPr>
            <p:spPr bwMode="auto">
              <a:xfrm>
                <a:off x="3454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79" name="Line 233"/>
              <p:cNvSpPr>
                <a:spLocks noChangeShapeType="1"/>
              </p:cNvSpPr>
              <p:nvPr/>
            </p:nvSpPr>
            <p:spPr bwMode="auto">
              <a:xfrm>
                <a:off x="346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0" name="Line 234"/>
              <p:cNvSpPr>
                <a:spLocks noChangeShapeType="1"/>
              </p:cNvSpPr>
              <p:nvPr/>
            </p:nvSpPr>
            <p:spPr bwMode="auto">
              <a:xfrm>
                <a:off x="348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1" name="Line 235"/>
              <p:cNvSpPr>
                <a:spLocks noChangeShapeType="1"/>
              </p:cNvSpPr>
              <p:nvPr/>
            </p:nvSpPr>
            <p:spPr bwMode="auto">
              <a:xfrm>
                <a:off x="3492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2" name="Line 236"/>
              <p:cNvSpPr>
                <a:spLocks noChangeShapeType="1"/>
              </p:cNvSpPr>
              <p:nvPr/>
            </p:nvSpPr>
            <p:spPr bwMode="auto">
              <a:xfrm>
                <a:off x="3505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3" name="Line 237"/>
              <p:cNvSpPr>
                <a:spLocks noChangeShapeType="1"/>
              </p:cNvSpPr>
              <p:nvPr/>
            </p:nvSpPr>
            <p:spPr bwMode="auto">
              <a:xfrm>
                <a:off x="3517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4" name="Line 238"/>
              <p:cNvSpPr>
                <a:spLocks noChangeShapeType="1"/>
              </p:cNvSpPr>
              <p:nvPr/>
            </p:nvSpPr>
            <p:spPr bwMode="auto">
              <a:xfrm>
                <a:off x="3530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85" name="Line 239"/>
              <p:cNvSpPr>
                <a:spLocks noChangeShapeType="1"/>
              </p:cNvSpPr>
              <p:nvPr/>
            </p:nvSpPr>
            <p:spPr bwMode="auto">
              <a:xfrm>
                <a:off x="3543" y="3205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462" name="AutoShape 240"/>
            <p:cNvSpPr>
              <a:spLocks noChangeArrowheads="1"/>
            </p:cNvSpPr>
            <p:nvPr/>
          </p:nvSpPr>
          <p:spPr bwMode="auto">
            <a:xfrm flipV="1">
              <a:off x="3192" y="2882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3" name="Freeform 241"/>
            <p:cNvSpPr>
              <a:spLocks/>
            </p:cNvSpPr>
            <p:nvPr/>
          </p:nvSpPr>
          <p:spPr bwMode="auto">
            <a:xfrm>
              <a:off x="3191" y="2882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64" name="AutoShape 242"/>
            <p:cNvSpPr>
              <a:spLocks noChangeArrowheads="1"/>
            </p:cNvSpPr>
            <p:nvPr/>
          </p:nvSpPr>
          <p:spPr bwMode="auto">
            <a:xfrm flipV="1">
              <a:off x="3192" y="2913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65" name="Freeform 243"/>
            <p:cNvSpPr>
              <a:spLocks/>
            </p:cNvSpPr>
            <p:nvPr/>
          </p:nvSpPr>
          <p:spPr bwMode="auto">
            <a:xfrm>
              <a:off x="3191" y="2913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0" name="Text Box 24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249488" y="5676900"/>
            <a:ext cx="17891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annie.west.sprockets.com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1" name="Text Box 245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924800" y="5334000"/>
            <a:ext cx="1220788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f.gtld-servers.net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2" name="Group 246"/>
          <p:cNvGrpSpPr>
            <a:grpSpLocks/>
          </p:cNvGrpSpPr>
          <p:nvPr>
            <p:custDataLst>
              <p:tags r:id="rId11"/>
            </p:custDataLst>
          </p:nvPr>
        </p:nvGrpSpPr>
        <p:grpSpPr bwMode="auto">
          <a:xfrm>
            <a:off x="7510464" y="2457451"/>
            <a:ext cx="631825" cy="1076325"/>
            <a:chOff x="4148" y="1616"/>
            <a:chExt cx="438" cy="768"/>
          </a:xfrm>
        </p:grpSpPr>
        <p:sp>
          <p:nvSpPr>
            <p:cNvPr id="51320" name="AutoShape 247"/>
            <p:cNvSpPr>
              <a:spLocks noChangeArrowheads="1"/>
            </p:cNvSpPr>
            <p:nvPr/>
          </p:nvSpPr>
          <p:spPr bwMode="auto">
            <a:xfrm flipV="1">
              <a:off x="4148" y="1616"/>
              <a:ext cx="438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1" name="AutoShape 248"/>
            <p:cNvSpPr>
              <a:spLocks noChangeArrowheads="1"/>
            </p:cNvSpPr>
            <p:nvPr/>
          </p:nvSpPr>
          <p:spPr bwMode="auto">
            <a:xfrm flipV="1">
              <a:off x="4157" y="2350"/>
              <a:ext cx="423" cy="34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2" name="Line 249"/>
            <p:cNvSpPr>
              <a:spLocks noChangeShapeType="1"/>
            </p:cNvSpPr>
            <p:nvPr/>
          </p:nvSpPr>
          <p:spPr bwMode="auto">
            <a:xfrm>
              <a:off x="4171" y="1616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3" name="Freeform 250"/>
            <p:cNvSpPr>
              <a:spLocks/>
            </p:cNvSpPr>
            <p:nvPr/>
          </p:nvSpPr>
          <p:spPr bwMode="auto">
            <a:xfrm>
              <a:off x="4174" y="1622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251"/>
            <p:cNvSpPr>
              <a:spLocks/>
            </p:cNvSpPr>
            <p:nvPr/>
          </p:nvSpPr>
          <p:spPr bwMode="auto">
            <a:xfrm>
              <a:off x="4150" y="1618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252"/>
            <p:cNvSpPr>
              <a:spLocks/>
            </p:cNvSpPr>
            <p:nvPr/>
          </p:nvSpPr>
          <p:spPr bwMode="auto">
            <a:xfrm>
              <a:off x="4564" y="1618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Line 253"/>
            <p:cNvSpPr>
              <a:spLocks noChangeShapeType="1"/>
            </p:cNvSpPr>
            <p:nvPr/>
          </p:nvSpPr>
          <p:spPr bwMode="auto">
            <a:xfrm>
              <a:off x="4564" y="1616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27" name="AutoShape 254"/>
            <p:cNvSpPr>
              <a:spLocks noChangeArrowheads="1"/>
            </p:cNvSpPr>
            <p:nvPr/>
          </p:nvSpPr>
          <p:spPr bwMode="auto">
            <a:xfrm flipV="1">
              <a:off x="4185" y="1668"/>
              <a:ext cx="77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8" name="AutoShape 255"/>
            <p:cNvSpPr>
              <a:spLocks noChangeArrowheads="1"/>
            </p:cNvSpPr>
            <p:nvPr/>
          </p:nvSpPr>
          <p:spPr bwMode="auto">
            <a:xfrm flipV="1">
              <a:off x="4194" y="1676"/>
              <a:ext cx="60" cy="14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29" name="AutoShape 256"/>
            <p:cNvSpPr>
              <a:spLocks noChangeArrowheads="1"/>
            </p:cNvSpPr>
            <p:nvPr/>
          </p:nvSpPr>
          <p:spPr bwMode="auto">
            <a:xfrm flipV="1">
              <a:off x="4196" y="1775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0" name="AutoShape 257"/>
            <p:cNvSpPr>
              <a:spLocks noChangeArrowheads="1"/>
            </p:cNvSpPr>
            <p:nvPr/>
          </p:nvSpPr>
          <p:spPr bwMode="auto">
            <a:xfrm flipV="1">
              <a:off x="4196" y="1681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1" name="AutoShape 258"/>
            <p:cNvSpPr>
              <a:spLocks noChangeArrowheads="1"/>
            </p:cNvSpPr>
            <p:nvPr/>
          </p:nvSpPr>
          <p:spPr bwMode="auto">
            <a:xfrm flipV="1">
              <a:off x="4232" y="1683"/>
              <a:ext cx="17" cy="8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2" name="AutoShape 259"/>
            <p:cNvSpPr>
              <a:spLocks noChangeArrowheads="1"/>
            </p:cNvSpPr>
            <p:nvPr/>
          </p:nvSpPr>
          <p:spPr bwMode="auto">
            <a:xfrm flipV="1">
              <a:off x="4201" y="1706"/>
              <a:ext cx="15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3" name="AutoShape 260"/>
            <p:cNvSpPr>
              <a:spLocks noChangeArrowheads="1"/>
            </p:cNvSpPr>
            <p:nvPr/>
          </p:nvSpPr>
          <p:spPr bwMode="auto">
            <a:xfrm flipV="1">
              <a:off x="4202" y="1706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4" name="AutoShape 261"/>
            <p:cNvSpPr>
              <a:spLocks noChangeArrowheads="1"/>
            </p:cNvSpPr>
            <p:nvPr/>
          </p:nvSpPr>
          <p:spPr bwMode="auto">
            <a:xfrm flipV="1">
              <a:off x="4221" y="1681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5" name="AutoShape 262"/>
            <p:cNvSpPr>
              <a:spLocks noChangeArrowheads="1"/>
            </p:cNvSpPr>
            <p:nvPr/>
          </p:nvSpPr>
          <p:spPr bwMode="auto">
            <a:xfrm flipV="1">
              <a:off x="4229" y="1683"/>
              <a:ext cx="6" cy="81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6" name="AutoShape 263"/>
            <p:cNvSpPr>
              <a:spLocks noChangeArrowheads="1"/>
            </p:cNvSpPr>
            <p:nvPr/>
          </p:nvSpPr>
          <p:spPr bwMode="auto">
            <a:xfrm flipV="1">
              <a:off x="4211" y="1780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7" name="Oval 264"/>
            <p:cNvSpPr>
              <a:spLocks noChangeArrowheads="1"/>
            </p:cNvSpPr>
            <p:nvPr/>
          </p:nvSpPr>
          <p:spPr bwMode="auto">
            <a:xfrm>
              <a:off x="4201" y="1784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8" name="Oval 265"/>
            <p:cNvSpPr>
              <a:spLocks noChangeArrowheads="1"/>
            </p:cNvSpPr>
            <p:nvPr/>
          </p:nvSpPr>
          <p:spPr bwMode="auto">
            <a:xfrm>
              <a:off x="4201" y="1799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39" name="Freeform 266"/>
            <p:cNvSpPr>
              <a:spLocks/>
            </p:cNvSpPr>
            <p:nvPr/>
          </p:nvSpPr>
          <p:spPr bwMode="auto">
            <a:xfrm>
              <a:off x="4185" y="1667"/>
              <a:ext cx="80" cy="164"/>
            </a:xfrm>
            <a:custGeom>
              <a:avLst/>
              <a:gdLst>
                <a:gd name="T0" fmla="*/ 78 w 80"/>
                <a:gd name="T1" fmla="*/ 0 h 164"/>
                <a:gd name="T2" fmla="*/ 79 w 80"/>
                <a:gd name="T3" fmla="*/ 163 h 164"/>
                <a:gd name="T4" fmla="*/ 0 w 80"/>
                <a:gd name="T5" fmla="*/ 163 h 164"/>
                <a:gd name="T6" fmla="*/ 0 60000 65536"/>
                <a:gd name="T7" fmla="*/ 0 60000 65536"/>
                <a:gd name="T8" fmla="*/ 0 60000 65536"/>
                <a:gd name="T9" fmla="*/ 0 w 80"/>
                <a:gd name="T10" fmla="*/ 0 h 164"/>
                <a:gd name="T11" fmla="*/ 80 w 80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0" h="164">
                  <a:moveTo>
                    <a:pt x="78" y="0"/>
                  </a:moveTo>
                  <a:lnTo>
                    <a:pt x="79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AutoShape 267"/>
            <p:cNvSpPr>
              <a:spLocks noChangeArrowheads="1"/>
            </p:cNvSpPr>
            <p:nvPr/>
          </p:nvSpPr>
          <p:spPr bwMode="auto">
            <a:xfrm flipV="1">
              <a:off x="4236" y="1781"/>
              <a:ext cx="6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1" name="AutoShape 268"/>
            <p:cNvSpPr>
              <a:spLocks noChangeArrowheads="1"/>
            </p:cNvSpPr>
            <p:nvPr/>
          </p:nvSpPr>
          <p:spPr bwMode="auto">
            <a:xfrm flipV="1">
              <a:off x="4284" y="1673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2" name="AutoShape 269"/>
            <p:cNvSpPr>
              <a:spLocks noChangeArrowheads="1"/>
            </p:cNvSpPr>
            <p:nvPr/>
          </p:nvSpPr>
          <p:spPr bwMode="auto">
            <a:xfrm flipV="1">
              <a:off x="4285" y="1700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3" name="AutoShape 270"/>
            <p:cNvSpPr>
              <a:spLocks noChangeArrowheads="1"/>
            </p:cNvSpPr>
            <p:nvPr/>
          </p:nvSpPr>
          <p:spPr bwMode="auto">
            <a:xfrm flipV="1">
              <a:off x="4285" y="1731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4" name="AutoShape 271"/>
            <p:cNvSpPr>
              <a:spLocks noChangeArrowheads="1"/>
            </p:cNvSpPr>
            <p:nvPr/>
          </p:nvSpPr>
          <p:spPr bwMode="auto">
            <a:xfrm flipV="1">
              <a:off x="4285" y="1764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5" name="AutoShape 272"/>
            <p:cNvSpPr>
              <a:spLocks noChangeArrowheads="1"/>
            </p:cNvSpPr>
            <p:nvPr/>
          </p:nvSpPr>
          <p:spPr bwMode="auto">
            <a:xfrm flipV="1">
              <a:off x="4285" y="1794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46" name="Group 273"/>
            <p:cNvGrpSpPr>
              <a:grpSpLocks/>
            </p:cNvGrpSpPr>
            <p:nvPr/>
          </p:nvGrpSpPr>
          <p:grpSpPr bwMode="auto">
            <a:xfrm>
              <a:off x="4298" y="1674"/>
              <a:ext cx="238" cy="152"/>
              <a:chOff x="4298" y="1674"/>
              <a:chExt cx="238" cy="152"/>
            </a:xfrm>
          </p:grpSpPr>
          <p:sp>
            <p:nvSpPr>
              <p:cNvPr id="51403" name="Line 274"/>
              <p:cNvSpPr>
                <a:spLocks noChangeShapeType="1"/>
              </p:cNvSpPr>
              <p:nvPr/>
            </p:nvSpPr>
            <p:spPr bwMode="auto">
              <a:xfrm>
                <a:off x="429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4" name="Line 275"/>
              <p:cNvSpPr>
                <a:spLocks noChangeShapeType="1"/>
              </p:cNvSpPr>
              <p:nvPr/>
            </p:nvSpPr>
            <p:spPr bwMode="auto">
              <a:xfrm>
                <a:off x="43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5" name="Line 276"/>
              <p:cNvSpPr>
                <a:spLocks noChangeShapeType="1"/>
              </p:cNvSpPr>
              <p:nvPr/>
            </p:nvSpPr>
            <p:spPr bwMode="auto">
              <a:xfrm>
                <a:off x="43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6" name="Line 277"/>
              <p:cNvSpPr>
                <a:spLocks noChangeShapeType="1"/>
              </p:cNvSpPr>
              <p:nvPr/>
            </p:nvSpPr>
            <p:spPr bwMode="auto">
              <a:xfrm>
                <a:off x="4335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7" name="Line 278"/>
              <p:cNvSpPr>
                <a:spLocks noChangeShapeType="1"/>
              </p:cNvSpPr>
              <p:nvPr/>
            </p:nvSpPr>
            <p:spPr bwMode="auto">
              <a:xfrm>
                <a:off x="43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8" name="Line 279"/>
              <p:cNvSpPr>
                <a:spLocks noChangeShapeType="1"/>
              </p:cNvSpPr>
              <p:nvPr/>
            </p:nvSpPr>
            <p:spPr bwMode="auto">
              <a:xfrm>
                <a:off x="43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9" name="Line 280"/>
              <p:cNvSpPr>
                <a:spLocks noChangeShapeType="1"/>
              </p:cNvSpPr>
              <p:nvPr/>
            </p:nvSpPr>
            <p:spPr bwMode="auto">
              <a:xfrm>
                <a:off x="437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0" name="Line 281"/>
              <p:cNvSpPr>
                <a:spLocks noChangeShapeType="1"/>
              </p:cNvSpPr>
              <p:nvPr/>
            </p:nvSpPr>
            <p:spPr bwMode="auto">
              <a:xfrm>
                <a:off x="43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1" name="Line 282"/>
              <p:cNvSpPr>
                <a:spLocks noChangeShapeType="1"/>
              </p:cNvSpPr>
              <p:nvPr/>
            </p:nvSpPr>
            <p:spPr bwMode="auto">
              <a:xfrm>
                <a:off x="43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2" name="Line 283"/>
              <p:cNvSpPr>
                <a:spLocks noChangeShapeType="1"/>
              </p:cNvSpPr>
              <p:nvPr/>
            </p:nvSpPr>
            <p:spPr bwMode="auto">
              <a:xfrm>
                <a:off x="44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3" name="Line 284"/>
              <p:cNvSpPr>
                <a:spLocks noChangeShapeType="1"/>
              </p:cNvSpPr>
              <p:nvPr/>
            </p:nvSpPr>
            <p:spPr bwMode="auto">
              <a:xfrm>
                <a:off x="44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4" name="Line 285"/>
              <p:cNvSpPr>
                <a:spLocks noChangeShapeType="1"/>
              </p:cNvSpPr>
              <p:nvPr/>
            </p:nvSpPr>
            <p:spPr bwMode="auto">
              <a:xfrm>
                <a:off x="44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5" name="Line 286"/>
              <p:cNvSpPr>
                <a:spLocks noChangeShapeType="1"/>
              </p:cNvSpPr>
              <p:nvPr/>
            </p:nvSpPr>
            <p:spPr bwMode="auto">
              <a:xfrm>
                <a:off x="4448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6" name="Line 287"/>
              <p:cNvSpPr>
                <a:spLocks noChangeShapeType="1"/>
              </p:cNvSpPr>
              <p:nvPr/>
            </p:nvSpPr>
            <p:spPr bwMode="auto">
              <a:xfrm>
                <a:off x="4460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7" name="Line 288"/>
              <p:cNvSpPr>
                <a:spLocks noChangeShapeType="1"/>
              </p:cNvSpPr>
              <p:nvPr/>
            </p:nvSpPr>
            <p:spPr bwMode="auto">
              <a:xfrm>
                <a:off x="4474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8" name="Line 289"/>
              <p:cNvSpPr>
                <a:spLocks noChangeShapeType="1"/>
              </p:cNvSpPr>
              <p:nvPr/>
            </p:nvSpPr>
            <p:spPr bwMode="auto">
              <a:xfrm>
                <a:off x="448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19" name="Line 290"/>
              <p:cNvSpPr>
                <a:spLocks noChangeShapeType="1"/>
              </p:cNvSpPr>
              <p:nvPr/>
            </p:nvSpPr>
            <p:spPr bwMode="auto">
              <a:xfrm>
                <a:off x="4499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0" name="Line 291"/>
              <p:cNvSpPr>
                <a:spLocks noChangeShapeType="1"/>
              </p:cNvSpPr>
              <p:nvPr/>
            </p:nvSpPr>
            <p:spPr bwMode="auto">
              <a:xfrm>
                <a:off x="4511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1" name="Line 292"/>
              <p:cNvSpPr>
                <a:spLocks noChangeShapeType="1"/>
              </p:cNvSpPr>
              <p:nvPr/>
            </p:nvSpPr>
            <p:spPr bwMode="auto">
              <a:xfrm>
                <a:off x="4523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22" name="Line 293"/>
              <p:cNvSpPr>
                <a:spLocks noChangeShapeType="1"/>
              </p:cNvSpPr>
              <p:nvPr/>
            </p:nvSpPr>
            <p:spPr bwMode="auto">
              <a:xfrm>
                <a:off x="4536" y="1674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47" name="AutoShape 294"/>
            <p:cNvSpPr>
              <a:spLocks noChangeArrowheads="1"/>
            </p:cNvSpPr>
            <p:nvPr/>
          </p:nvSpPr>
          <p:spPr bwMode="auto">
            <a:xfrm flipV="1">
              <a:off x="4284" y="1933"/>
              <a:ext cx="264" cy="151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8" name="AutoShape 295"/>
            <p:cNvSpPr>
              <a:spLocks noChangeArrowheads="1"/>
            </p:cNvSpPr>
            <p:nvPr/>
          </p:nvSpPr>
          <p:spPr bwMode="auto">
            <a:xfrm flipV="1">
              <a:off x="4285" y="1959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49" name="AutoShape 296"/>
            <p:cNvSpPr>
              <a:spLocks noChangeArrowheads="1"/>
            </p:cNvSpPr>
            <p:nvPr/>
          </p:nvSpPr>
          <p:spPr bwMode="auto">
            <a:xfrm flipV="1">
              <a:off x="4285" y="1990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0" name="AutoShape 297"/>
            <p:cNvSpPr>
              <a:spLocks noChangeArrowheads="1"/>
            </p:cNvSpPr>
            <p:nvPr/>
          </p:nvSpPr>
          <p:spPr bwMode="auto">
            <a:xfrm flipV="1">
              <a:off x="4285" y="2022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1" name="AutoShape 298"/>
            <p:cNvSpPr>
              <a:spLocks noChangeArrowheads="1"/>
            </p:cNvSpPr>
            <p:nvPr/>
          </p:nvSpPr>
          <p:spPr bwMode="auto">
            <a:xfrm flipV="1">
              <a:off x="4285" y="2053"/>
              <a:ext cx="261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2" name="Group 299"/>
            <p:cNvGrpSpPr>
              <a:grpSpLocks/>
            </p:cNvGrpSpPr>
            <p:nvPr/>
          </p:nvGrpSpPr>
          <p:grpSpPr bwMode="auto">
            <a:xfrm>
              <a:off x="4298" y="1933"/>
              <a:ext cx="238" cy="151"/>
              <a:chOff x="4298" y="1933"/>
              <a:chExt cx="238" cy="151"/>
            </a:xfrm>
          </p:grpSpPr>
          <p:sp>
            <p:nvSpPr>
              <p:cNvPr id="51383" name="Line 300"/>
              <p:cNvSpPr>
                <a:spLocks noChangeShapeType="1"/>
              </p:cNvSpPr>
              <p:nvPr/>
            </p:nvSpPr>
            <p:spPr bwMode="auto">
              <a:xfrm>
                <a:off x="429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4" name="Line 301"/>
              <p:cNvSpPr>
                <a:spLocks noChangeShapeType="1"/>
              </p:cNvSpPr>
              <p:nvPr/>
            </p:nvSpPr>
            <p:spPr bwMode="auto">
              <a:xfrm>
                <a:off x="43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5" name="Line 302"/>
              <p:cNvSpPr>
                <a:spLocks noChangeShapeType="1"/>
              </p:cNvSpPr>
              <p:nvPr/>
            </p:nvSpPr>
            <p:spPr bwMode="auto">
              <a:xfrm>
                <a:off x="43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6" name="Line 303"/>
              <p:cNvSpPr>
                <a:spLocks noChangeShapeType="1"/>
              </p:cNvSpPr>
              <p:nvPr/>
            </p:nvSpPr>
            <p:spPr bwMode="auto">
              <a:xfrm>
                <a:off x="4335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7" name="Line 304"/>
              <p:cNvSpPr>
                <a:spLocks noChangeShapeType="1"/>
              </p:cNvSpPr>
              <p:nvPr/>
            </p:nvSpPr>
            <p:spPr bwMode="auto">
              <a:xfrm>
                <a:off x="43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8" name="Line 305"/>
              <p:cNvSpPr>
                <a:spLocks noChangeShapeType="1"/>
              </p:cNvSpPr>
              <p:nvPr/>
            </p:nvSpPr>
            <p:spPr bwMode="auto">
              <a:xfrm>
                <a:off x="43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9" name="Line 306"/>
              <p:cNvSpPr>
                <a:spLocks noChangeShapeType="1"/>
              </p:cNvSpPr>
              <p:nvPr/>
            </p:nvSpPr>
            <p:spPr bwMode="auto">
              <a:xfrm>
                <a:off x="437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0" name="Line 307"/>
              <p:cNvSpPr>
                <a:spLocks noChangeShapeType="1"/>
              </p:cNvSpPr>
              <p:nvPr/>
            </p:nvSpPr>
            <p:spPr bwMode="auto">
              <a:xfrm>
                <a:off x="43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1" name="Line 308"/>
              <p:cNvSpPr>
                <a:spLocks noChangeShapeType="1"/>
              </p:cNvSpPr>
              <p:nvPr/>
            </p:nvSpPr>
            <p:spPr bwMode="auto">
              <a:xfrm>
                <a:off x="43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2" name="Line 309"/>
              <p:cNvSpPr>
                <a:spLocks noChangeShapeType="1"/>
              </p:cNvSpPr>
              <p:nvPr/>
            </p:nvSpPr>
            <p:spPr bwMode="auto">
              <a:xfrm>
                <a:off x="44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3" name="Line 310"/>
              <p:cNvSpPr>
                <a:spLocks noChangeShapeType="1"/>
              </p:cNvSpPr>
              <p:nvPr/>
            </p:nvSpPr>
            <p:spPr bwMode="auto">
              <a:xfrm>
                <a:off x="44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4" name="Line 311"/>
              <p:cNvSpPr>
                <a:spLocks noChangeShapeType="1"/>
              </p:cNvSpPr>
              <p:nvPr/>
            </p:nvSpPr>
            <p:spPr bwMode="auto">
              <a:xfrm>
                <a:off x="44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5" name="Line 312"/>
              <p:cNvSpPr>
                <a:spLocks noChangeShapeType="1"/>
              </p:cNvSpPr>
              <p:nvPr/>
            </p:nvSpPr>
            <p:spPr bwMode="auto">
              <a:xfrm>
                <a:off x="4448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6" name="Line 313"/>
              <p:cNvSpPr>
                <a:spLocks noChangeShapeType="1"/>
              </p:cNvSpPr>
              <p:nvPr/>
            </p:nvSpPr>
            <p:spPr bwMode="auto">
              <a:xfrm>
                <a:off x="4460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7" name="Line 314"/>
              <p:cNvSpPr>
                <a:spLocks noChangeShapeType="1"/>
              </p:cNvSpPr>
              <p:nvPr/>
            </p:nvSpPr>
            <p:spPr bwMode="auto">
              <a:xfrm>
                <a:off x="4474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8" name="Line 315"/>
              <p:cNvSpPr>
                <a:spLocks noChangeShapeType="1"/>
              </p:cNvSpPr>
              <p:nvPr/>
            </p:nvSpPr>
            <p:spPr bwMode="auto">
              <a:xfrm>
                <a:off x="448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99" name="Line 316"/>
              <p:cNvSpPr>
                <a:spLocks noChangeShapeType="1"/>
              </p:cNvSpPr>
              <p:nvPr/>
            </p:nvSpPr>
            <p:spPr bwMode="auto">
              <a:xfrm>
                <a:off x="4499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0" name="Line 317"/>
              <p:cNvSpPr>
                <a:spLocks noChangeShapeType="1"/>
              </p:cNvSpPr>
              <p:nvPr/>
            </p:nvSpPr>
            <p:spPr bwMode="auto">
              <a:xfrm>
                <a:off x="4511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1" name="Line 318"/>
              <p:cNvSpPr>
                <a:spLocks noChangeShapeType="1"/>
              </p:cNvSpPr>
              <p:nvPr/>
            </p:nvSpPr>
            <p:spPr bwMode="auto">
              <a:xfrm>
                <a:off x="4523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402" name="Line 319"/>
              <p:cNvSpPr>
                <a:spLocks noChangeShapeType="1"/>
              </p:cNvSpPr>
              <p:nvPr/>
            </p:nvSpPr>
            <p:spPr bwMode="auto">
              <a:xfrm>
                <a:off x="4536" y="1933"/>
                <a:ext cx="0" cy="151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3" name="AutoShape 320"/>
            <p:cNvSpPr>
              <a:spLocks noChangeArrowheads="1"/>
            </p:cNvSpPr>
            <p:nvPr/>
          </p:nvSpPr>
          <p:spPr bwMode="auto">
            <a:xfrm flipV="1">
              <a:off x="4284" y="2180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4" name="AutoShape 321"/>
            <p:cNvSpPr>
              <a:spLocks noChangeArrowheads="1"/>
            </p:cNvSpPr>
            <p:nvPr/>
          </p:nvSpPr>
          <p:spPr bwMode="auto">
            <a:xfrm flipV="1">
              <a:off x="4285" y="2207"/>
              <a:ext cx="261" cy="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5" name="AutoShape 322"/>
            <p:cNvSpPr>
              <a:spLocks noChangeArrowheads="1"/>
            </p:cNvSpPr>
            <p:nvPr/>
          </p:nvSpPr>
          <p:spPr bwMode="auto">
            <a:xfrm flipV="1">
              <a:off x="4285" y="2237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6" name="AutoShape 323"/>
            <p:cNvSpPr>
              <a:spLocks noChangeArrowheads="1"/>
            </p:cNvSpPr>
            <p:nvPr/>
          </p:nvSpPr>
          <p:spPr bwMode="auto">
            <a:xfrm flipV="1">
              <a:off x="4285" y="2269"/>
              <a:ext cx="261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57" name="AutoShape 324"/>
            <p:cNvSpPr>
              <a:spLocks noChangeArrowheads="1"/>
            </p:cNvSpPr>
            <p:nvPr/>
          </p:nvSpPr>
          <p:spPr bwMode="auto">
            <a:xfrm flipV="1">
              <a:off x="4285" y="2300"/>
              <a:ext cx="261" cy="6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358" name="Group 325"/>
            <p:cNvGrpSpPr>
              <a:grpSpLocks/>
            </p:cNvGrpSpPr>
            <p:nvPr/>
          </p:nvGrpSpPr>
          <p:grpSpPr bwMode="auto">
            <a:xfrm>
              <a:off x="4298" y="2180"/>
              <a:ext cx="238" cy="152"/>
              <a:chOff x="4298" y="2180"/>
              <a:chExt cx="238" cy="152"/>
            </a:xfrm>
          </p:grpSpPr>
          <p:sp>
            <p:nvSpPr>
              <p:cNvPr id="51363" name="Line 326"/>
              <p:cNvSpPr>
                <a:spLocks noChangeShapeType="1"/>
              </p:cNvSpPr>
              <p:nvPr/>
            </p:nvSpPr>
            <p:spPr bwMode="auto">
              <a:xfrm>
                <a:off x="429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4" name="Line 327"/>
              <p:cNvSpPr>
                <a:spLocks noChangeShapeType="1"/>
              </p:cNvSpPr>
              <p:nvPr/>
            </p:nvSpPr>
            <p:spPr bwMode="auto">
              <a:xfrm>
                <a:off x="43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5" name="Line 328"/>
              <p:cNvSpPr>
                <a:spLocks noChangeShapeType="1"/>
              </p:cNvSpPr>
              <p:nvPr/>
            </p:nvSpPr>
            <p:spPr bwMode="auto">
              <a:xfrm>
                <a:off x="43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6" name="Line 329"/>
              <p:cNvSpPr>
                <a:spLocks noChangeShapeType="1"/>
              </p:cNvSpPr>
              <p:nvPr/>
            </p:nvSpPr>
            <p:spPr bwMode="auto">
              <a:xfrm>
                <a:off x="4335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7" name="Line 330"/>
              <p:cNvSpPr>
                <a:spLocks noChangeShapeType="1"/>
              </p:cNvSpPr>
              <p:nvPr/>
            </p:nvSpPr>
            <p:spPr bwMode="auto">
              <a:xfrm>
                <a:off x="43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8" name="Line 331"/>
              <p:cNvSpPr>
                <a:spLocks noChangeShapeType="1"/>
              </p:cNvSpPr>
              <p:nvPr/>
            </p:nvSpPr>
            <p:spPr bwMode="auto">
              <a:xfrm>
                <a:off x="43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69" name="Line 332"/>
              <p:cNvSpPr>
                <a:spLocks noChangeShapeType="1"/>
              </p:cNvSpPr>
              <p:nvPr/>
            </p:nvSpPr>
            <p:spPr bwMode="auto">
              <a:xfrm>
                <a:off x="437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0" name="Line 333"/>
              <p:cNvSpPr>
                <a:spLocks noChangeShapeType="1"/>
              </p:cNvSpPr>
              <p:nvPr/>
            </p:nvSpPr>
            <p:spPr bwMode="auto">
              <a:xfrm>
                <a:off x="43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1" name="Line 334"/>
              <p:cNvSpPr>
                <a:spLocks noChangeShapeType="1"/>
              </p:cNvSpPr>
              <p:nvPr/>
            </p:nvSpPr>
            <p:spPr bwMode="auto">
              <a:xfrm>
                <a:off x="43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2" name="Line 335"/>
              <p:cNvSpPr>
                <a:spLocks noChangeShapeType="1"/>
              </p:cNvSpPr>
              <p:nvPr/>
            </p:nvSpPr>
            <p:spPr bwMode="auto">
              <a:xfrm>
                <a:off x="44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3" name="Line 336"/>
              <p:cNvSpPr>
                <a:spLocks noChangeShapeType="1"/>
              </p:cNvSpPr>
              <p:nvPr/>
            </p:nvSpPr>
            <p:spPr bwMode="auto">
              <a:xfrm>
                <a:off x="44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4" name="Line 337"/>
              <p:cNvSpPr>
                <a:spLocks noChangeShapeType="1"/>
              </p:cNvSpPr>
              <p:nvPr/>
            </p:nvSpPr>
            <p:spPr bwMode="auto">
              <a:xfrm>
                <a:off x="44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5" name="Line 338"/>
              <p:cNvSpPr>
                <a:spLocks noChangeShapeType="1"/>
              </p:cNvSpPr>
              <p:nvPr/>
            </p:nvSpPr>
            <p:spPr bwMode="auto">
              <a:xfrm>
                <a:off x="4448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6" name="Line 339"/>
              <p:cNvSpPr>
                <a:spLocks noChangeShapeType="1"/>
              </p:cNvSpPr>
              <p:nvPr/>
            </p:nvSpPr>
            <p:spPr bwMode="auto">
              <a:xfrm>
                <a:off x="4460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7" name="Line 340"/>
              <p:cNvSpPr>
                <a:spLocks noChangeShapeType="1"/>
              </p:cNvSpPr>
              <p:nvPr/>
            </p:nvSpPr>
            <p:spPr bwMode="auto">
              <a:xfrm>
                <a:off x="4474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8" name="Line 341"/>
              <p:cNvSpPr>
                <a:spLocks noChangeShapeType="1"/>
              </p:cNvSpPr>
              <p:nvPr/>
            </p:nvSpPr>
            <p:spPr bwMode="auto">
              <a:xfrm>
                <a:off x="448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79" name="Line 342"/>
              <p:cNvSpPr>
                <a:spLocks noChangeShapeType="1"/>
              </p:cNvSpPr>
              <p:nvPr/>
            </p:nvSpPr>
            <p:spPr bwMode="auto">
              <a:xfrm>
                <a:off x="4499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0" name="Line 343"/>
              <p:cNvSpPr>
                <a:spLocks noChangeShapeType="1"/>
              </p:cNvSpPr>
              <p:nvPr/>
            </p:nvSpPr>
            <p:spPr bwMode="auto">
              <a:xfrm>
                <a:off x="4511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1" name="Line 344"/>
              <p:cNvSpPr>
                <a:spLocks noChangeShapeType="1"/>
              </p:cNvSpPr>
              <p:nvPr/>
            </p:nvSpPr>
            <p:spPr bwMode="auto">
              <a:xfrm>
                <a:off x="4523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82" name="Line 345"/>
              <p:cNvSpPr>
                <a:spLocks noChangeShapeType="1"/>
              </p:cNvSpPr>
              <p:nvPr/>
            </p:nvSpPr>
            <p:spPr bwMode="auto">
              <a:xfrm>
                <a:off x="4536" y="218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359" name="AutoShape 346"/>
            <p:cNvSpPr>
              <a:spLocks noChangeArrowheads="1"/>
            </p:cNvSpPr>
            <p:nvPr/>
          </p:nvSpPr>
          <p:spPr bwMode="auto">
            <a:xfrm flipV="1">
              <a:off x="4185" y="1857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0" name="Freeform 347"/>
            <p:cNvSpPr>
              <a:spLocks/>
            </p:cNvSpPr>
            <p:nvPr/>
          </p:nvSpPr>
          <p:spPr bwMode="auto">
            <a:xfrm>
              <a:off x="4185" y="1857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AutoShape 348"/>
            <p:cNvSpPr>
              <a:spLocks noChangeArrowheads="1"/>
            </p:cNvSpPr>
            <p:nvPr/>
          </p:nvSpPr>
          <p:spPr bwMode="auto">
            <a:xfrm flipV="1">
              <a:off x="4185" y="1888"/>
              <a:ext cx="98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62" name="Freeform 349"/>
            <p:cNvSpPr>
              <a:spLocks/>
            </p:cNvSpPr>
            <p:nvPr/>
          </p:nvSpPr>
          <p:spPr bwMode="auto">
            <a:xfrm>
              <a:off x="4185" y="1888"/>
              <a:ext cx="100" cy="26"/>
            </a:xfrm>
            <a:custGeom>
              <a:avLst/>
              <a:gdLst>
                <a:gd name="T0" fmla="*/ 0 w 100"/>
                <a:gd name="T1" fmla="*/ 25 h 26"/>
                <a:gd name="T2" fmla="*/ 99 w 100"/>
                <a:gd name="T3" fmla="*/ 25 h 26"/>
                <a:gd name="T4" fmla="*/ 99 w 100"/>
                <a:gd name="T5" fmla="*/ 0 h 26"/>
                <a:gd name="T6" fmla="*/ 0 60000 65536"/>
                <a:gd name="T7" fmla="*/ 0 60000 65536"/>
                <a:gd name="T8" fmla="*/ 0 60000 65536"/>
                <a:gd name="T9" fmla="*/ 0 w 100"/>
                <a:gd name="T10" fmla="*/ 0 h 26"/>
                <a:gd name="T11" fmla="*/ 100 w 100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" h="26">
                  <a:moveTo>
                    <a:pt x="0" y="25"/>
                  </a:moveTo>
                  <a:lnTo>
                    <a:pt x="99" y="25"/>
                  </a:lnTo>
                  <a:lnTo>
                    <a:pt x="9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3" name="Text Box 350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5338" y="3549650"/>
            <a:ext cx="131286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m.root-servers.net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grpSp>
        <p:nvGrpSpPr>
          <p:cNvPr id="51214" name="Group 351"/>
          <p:cNvGrpSpPr>
            <a:grpSpLocks/>
          </p:cNvGrpSpPr>
          <p:nvPr>
            <p:custDataLst>
              <p:tags r:id="rId13"/>
            </p:custDataLst>
          </p:nvPr>
        </p:nvGrpSpPr>
        <p:grpSpPr bwMode="auto">
          <a:xfrm>
            <a:off x="4087814" y="2538414"/>
            <a:ext cx="631825" cy="1074737"/>
            <a:chOff x="1777" y="1812"/>
            <a:chExt cx="437" cy="767"/>
          </a:xfrm>
        </p:grpSpPr>
        <p:sp>
          <p:nvSpPr>
            <p:cNvPr id="51217" name="AutoShape 352"/>
            <p:cNvSpPr>
              <a:spLocks noChangeArrowheads="1"/>
            </p:cNvSpPr>
            <p:nvPr/>
          </p:nvSpPr>
          <p:spPr bwMode="auto">
            <a:xfrm flipV="1">
              <a:off x="1777" y="1812"/>
              <a:ext cx="437" cy="734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A2A2A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8" name="AutoShape 353"/>
            <p:cNvSpPr>
              <a:spLocks noChangeArrowheads="1"/>
            </p:cNvSpPr>
            <p:nvPr/>
          </p:nvSpPr>
          <p:spPr bwMode="auto">
            <a:xfrm flipV="1">
              <a:off x="1786" y="2546"/>
              <a:ext cx="423" cy="33"/>
            </a:xfrm>
            <a:prstGeom prst="roundRect">
              <a:avLst>
                <a:gd name="adj" fmla="val 0"/>
              </a:avLst>
            </a:prstGeom>
            <a:solidFill>
              <a:srgbClr val="000000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19" name="Line 354"/>
            <p:cNvSpPr>
              <a:spLocks noChangeShapeType="1"/>
            </p:cNvSpPr>
            <p:nvPr/>
          </p:nvSpPr>
          <p:spPr bwMode="auto">
            <a:xfrm>
              <a:off x="1799" y="1812"/>
              <a:ext cx="0" cy="734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0" name="Freeform 355"/>
            <p:cNvSpPr>
              <a:spLocks/>
            </p:cNvSpPr>
            <p:nvPr/>
          </p:nvSpPr>
          <p:spPr bwMode="auto">
            <a:xfrm>
              <a:off x="1802" y="1818"/>
              <a:ext cx="387" cy="726"/>
            </a:xfrm>
            <a:custGeom>
              <a:avLst/>
              <a:gdLst>
                <a:gd name="T0" fmla="*/ 0 w 387"/>
                <a:gd name="T1" fmla="*/ 725 h 726"/>
                <a:gd name="T2" fmla="*/ 0 w 387"/>
                <a:gd name="T3" fmla="*/ 0 h 726"/>
                <a:gd name="T4" fmla="*/ 386 w 387"/>
                <a:gd name="T5" fmla="*/ 0 h 726"/>
                <a:gd name="T6" fmla="*/ 0 60000 65536"/>
                <a:gd name="T7" fmla="*/ 0 60000 65536"/>
                <a:gd name="T8" fmla="*/ 0 60000 65536"/>
                <a:gd name="T9" fmla="*/ 0 w 387"/>
                <a:gd name="T10" fmla="*/ 0 h 726"/>
                <a:gd name="T11" fmla="*/ 387 w 387"/>
                <a:gd name="T12" fmla="*/ 726 h 7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7" h="726">
                  <a:moveTo>
                    <a:pt x="0" y="725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356"/>
            <p:cNvSpPr>
              <a:spLocks/>
            </p:cNvSpPr>
            <p:nvPr/>
          </p:nvSpPr>
          <p:spPr bwMode="auto">
            <a:xfrm>
              <a:off x="1778" y="1814"/>
              <a:ext cx="18" cy="728"/>
            </a:xfrm>
            <a:custGeom>
              <a:avLst/>
              <a:gdLst>
                <a:gd name="T0" fmla="*/ 0 w 18"/>
                <a:gd name="T1" fmla="*/ 727 h 728"/>
                <a:gd name="T2" fmla="*/ 0 w 18"/>
                <a:gd name="T3" fmla="*/ 0 h 728"/>
                <a:gd name="T4" fmla="*/ 17 w 18"/>
                <a:gd name="T5" fmla="*/ 0 h 728"/>
                <a:gd name="T6" fmla="*/ 0 60000 65536"/>
                <a:gd name="T7" fmla="*/ 0 60000 65536"/>
                <a:gd name="T8" fmla="*/ 0 60000 65536"/>
                <a:gd name="T9" fmla="*/ 0 w 18"/>
                <a:gd name="T10" fmla="*/ 0 h 728"/>
                <a:gd name="T11" fmla="*/ 18 w 18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28">
                  <a:moveTo>
                    <a:pt x="0" y="727"/>
                  </a:move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357"/>
            <p:cNvSpPr>
              <a:spLocks/>
            </p:cNvSpPr>
            <p:nvPr/>
          </p:nvSpPr>
          <p:spPr bwMode="auto">
            <a:xfrm>
              <a:off x="2193" y="1814"/>
              <a:ext cx="20" cy="728"/>
            </a:xfrm>
            <a:custGeom>
              <a:avLst/>
              <a:gdLst>
                <a:gd name="T0" fmla="*/ 0 w 20"/>
                <a:gd name="T1" fmla="*/ 0 h 728"/>
                <a:gd name="T2" fmla="*/ 19 w 20"/>
                <a:gd name="T3" fmla="*/ 0 h 728"/>
                <a:gd name="T4" fmla="*/ 19 w 20"/>
                <a:gd name="T5" fmla="*/ 727 h 728"/>
                <a:gd name="T6" fmla="*/ 0 60000 65536"/>
                <a:gd name="T7" fmla="*/ 0 60000 65536"/>
                <a:gd name="T8" fmla="*/ 0 60000 65536"/>
                <a:gd name="T9" fmla="*/ 0 w 20"/>
                <a:gd name="T10" fmla="*/ 0 h 728"/>
                <a:gd name="T11" fmla="*/ 20 w 20"/>
                <a:gd name="T12" fmla="*/ 728 h 7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28">
                  <a:moveTo>
                    <a:pt x="0" y="0"/>
                  </a:moveTo>
                  <a:lnTo>
                    <a:pt x="19" y="0"/>
                  </a:lnTo>
                  <a:lnTo>
                    <a:pt x="19" y="727"/>
                  </a:lnTo>
                </a:path>
              </a:pathLst>
            </a:custGeom>
            <a:noFill/>
            <a:ln w="940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Line 358"/>
            <p:cNvSpPr>
              <a:spLocks noChangeShapeType="1"/>
            </p:cNvSpPr>
            <p:nvPr/>
          </p:nvSpPr>
          <p:spPr bwMode="auto">
            <a:xfrm>
              <a:off x="2193" y="1812"/>
              <a:ext cx="0" cy="737"/>
            </a:xfrm>
            <a:prstGeom prst="line">
              <a:avLst/>
            </a:prstGeom>
            <a:noFill/>
            <a:ln w="9405">
              <a:solidFill>
                <a:srgbClr val="2F2F2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24" name="AutoShape 359"/>
            <p:cNvSpPr>
              <a:spLocks noChangeArrowheads="1"/>
            </p:cNvSpPr>
            <p:nvPr/>
          </p:nvSpPr>
          <p:spPr bwMode="auto">
            <a:xfrm flipV="1">
              <a:off x="1814" y="1864"/>
              <a:ext cx="76" cy="16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5" name="AutoShape 360"/>
            <p:cNvSpPr>
              <a:spLocks noChangeArrowheads="1"/>
            </p:cNvSpPr>
            <p:nvPr/>
          </p:nvSpPr>
          <p:spPr bwMode="auto">
            <a:xfrm flipV="1">
              <a:off x="1822" y="1873"/>
              <a:ext cx="60" cy="143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6" name="AutoShape 361"/>
            <p:cNvSpPr>
              <a:spLocks noChangeArrowheads="1"/>
            </p:cNvSpPr>
            <p:nvPr/>
          </p:nvSpPr>
          <p:spPr bwMode="auto">
            <a:xfrm flipV="1">
              <a:off x="1824" y="1971"/>
              <a:ext cx="56" cy="42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5F5F5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7" name="AutoShape 362"/>
            <p:cNvSpPr>
              <a:spLocks noChangeArrowheads="1"/>
            </p:cNvSpPr>
            <p:nvPr/>
          </p:nvSpPr>
          <p:spPr bwMode="auto">
            <a:xfrm flipV="1">
              <a:off x="1824" y="1877"/>
              <a:ext cx="25" cy="91"/>
            </a:xfrm>
            <a:prstGeom prst="roundRect">
              <a:avLst>
                <a:gd name="adj" fmla="val 0"/>
              </a:avLst>
            </a:prstGeom>
            <a:solidFill>
              <a:srgbClr val="C0C0C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8" name="AutoShape 363"/>
            <p:cNvSpPr>
              <a:spLocks noChangeArrowheads="1"/>
            </p:cNvSpPr>
            <p:nvPr/>
          </p:nvSpPr>
          <p:spPr bwMode="auto">
            <a:xfrm flipV="1">
              <a:off x="1860" y="1879"/>
              <a:ext cx="18" cy="80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29" name="AutoShape 364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60"/>
            </a:xfrm>
            <a:prstGeom prst="roundRect">
              <a:avLst>
                <a:gd name="adj" fmla="val 0"/>
              </a:avLst>
            </a:prstGeom>
            <a:solidFill>
              <a:srgbClr val="80808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0" name="AutoShape 365"/>
            <p:cNvSpPr>
              <a:spLocks noChangeArrowheads="1"/>
            </p:cNvSpPr>
            <p:nvPr/>
          </p:nvSpPr>
          <p:spPr bwMode="auto">
            <a:xfrm flipV="1">
              <a:off x="1830" y="1902"/>
              <a:ext cx="14" cy="5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1" name="AutoShape 366"/>
            <p:cNvSpPr>
              <a:spLocks noChangeArrowheads="1"/>
            </p:cNvSpPr>
            <p:nvPr/>
          </p:nvSpPr>
          <p:spPr bwMode="auto">
            <a:xfrm flipV="1">
              <a:off x="1849" y="1877"/>
              <a:ext cx="3" cy="91"/>
            </a:xfrm>
            <a:prstGeom prst="roundRect">
              <a:avLst>
                <a:gd name="adj" fmla="val 0"/>
              </a:avLst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2" name="AutoShape 367"/>
            <p:cNvSpPr>
              <a:spLocks noChangeArrowheads="1"/>
            </p:cNvSpPr>
            <p:nvPr/>
          </p:nvSpPr>
          <p:spPr bwMode="auto">
            <a:xfrm flipV="1">
              <a:off x="1857" y="1879"/>
              <a:ext cx="7" cy="80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3" name="AutoShape 368"/>
            <p:cNvSpPr>
              <a:spLocks noChangeArrowheads="1"/>
            </p:cNvSpPr>
            <p:nvPr/>
          </p:nvSpPr>
          <p:spPr bwMode="auto">
            <a:xfrm flipV="1">
              <a:off x="1839" y="1976"/>
              <a:ext cx="6" cy="3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4" name="Oval 369"/>
            <p:cNvSpPr>
              <a:spLocks noChangeArrowheads="1"/>
            </p:cNvSpPr>
            <p:nvPr/>
          </p:nvSpPr>
          <p:spPr bwMode="auto">
            <a:xfrm>
              <a:off x="1830" y="1980"/>
              <a:ext cx="5" cy="5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5" name="Oval 370"/>
            <p:cNvSpPr>
              <a:spLocks noChangeArrowheads="1"/>
            </p:cNvSpPr>
            <p:nvPr/>
          </p:nvSpPr>
          <p:spPr bwMode="auto">
            <a:xfrm>
              <a:off x="1830" y="1995"/>
              <a:ext cx="5" cy="6"/>
            </a:xfrm>
            <a:prstGeom prst="ellipse">
              <a:avLst/>
            </a:prstGeom>
            <a:solidFill>
              <a:srgbClr val="404040"/>
            </a:solidFill>
            <a:ln w="9405">
              <a:solidFill>
                <a:srgbClr val="40404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6" name="Freeform 371"/>
            <p:cNvSpPr>
              <a:spLocks/>
            </p:cNvSpPr>
            <p:nvPr/>
          </p:nvSpPr>
          <p:spPr bwMode="auto">
            <a:xfrm>
              <a:off x="1813" y="1863"/>
              <a:ext cx="81" cy="164"/>
            </a:xfrm>
            <a:custGeom>
              <a:avLst/>
              <a:gdLst>
                <a:gd name="T0" fmla="*/ 78 w 81"/>
                <a:gd name="T1" fmla="*/ 0 h 164"/>
                <a:gd name="T2" fmla="*/ 80 w 81"/>
                <a:gd name="T3" fmla="*/ 163 h 164"/>
                <a:gd name="T4" fmla="*/ 0 w 81"/>
                <a:gd name="T5" fmla="*/ 163 h 164"/>
                <a:gd name="T6" fmla="*/ 0 60000 65536"/>
                <a:gd name="T7" fmla="*/ 0 60000 65536"/>
                <a:gd name="T8" fmla="*/ 0 60000 65536"/>
                <a:gd name="T9" fmla="*/ 0 w 81"/>
                <a:gd name="T10" fmla="*/ 0 h 164"/>
                <a:gd name="T11" fmla="*/ 81 w 81"/>
                <a:gd name="T12" fmla="*/ 164 h 1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1" h="164">
                  <a:moveTo>
                    <a:pt x="78" y="0"/>
                  </a:moveTo>
                  <a:lnTo>
                    <a:pt x="80" y="163"/>
                  </a:lnTo>
                  <a:lnTo>
                    <a:pt x="0" y="163"/>
                  </a:lnTo>
                </a:path>
              </a:pathLst>
            </a:custGeom>
            <a:noFill/>
            <a:ln w="9405">
              <a:solidFill>
                <a:srgbClr val="40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AutoShape 372"/>
            <p:cNvSpPr>
              <a:spLocks noChangeArrowheads="1"/>
            </p:cNvSpPr>
            <p:nvPr/>
          </p:nvSpPr>
          <p:spPr bwMode="auto">
            <a:xfrm flipV="1">
              <a:off x="1864" y="1977"/>
              <a:ext cx="7" cy="1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8F8F8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8" name="AutoShape 373"/>
            <p:cNvSpPr>
              <a:spLocks noChangeArrowheads="1"/>
            </p:cNvSpPr>
            <p:nvPr/>
          </p:nvSpPr>
          <p:spPr bwMode="auto">
            <a:xfrm flipV="1">
              <a:off x="1913" y="1869"/>
              <a:ext cx="264" cy="153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39" name="AutoShape 374"/>
            <p:cNvSpPr>
              <a:spLocks noChangeArrowheads="1"/>
            </p:cNvSpPr>
            <p:nvPr/>
          </p:nvSpPr>
          <p:spPr bwMode="auto">
            <a:xfrm flipV="1">
              <a:off x="1913" y="1896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0" name="AutoShape 375"/>
            <p:cNvSpPr>
              <a:spLocks noChangeArrowheads="1"/>
            </p:cNvSpPr>
            <p:nvPr/>
          </p:nvSpPr>
          <p:spPr bwMode="auto">
            <a:xfrm flipV="1">
              <a:off x="1913" y="1927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1" name="AutoShape 376"/>
            <p:cNvSpPr>
              <a:spLocks noChangeArrowheads="1"/>
            </p:cNvSpPr>
            <p:nvPr/>
          </p:nvSpPr>
          <p:spPr bwMode="auto">
            <a:xfrm flipV="1">
              <a:off x="1913" y="1960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2" name="AutoShape 377"/>
            <p:cNvSpPr>
              <a:spLocks noChangeArrowheads="1"/>
            </p:cNvSpPr>
            <p:nvPr/>
          </p:nvSpPr>
          <p:spPr bwMode="auto">
            <a:xfrm flipV="1">
              <a:off x="1913" y="1990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3" name="Group 378"/>
            <p:cNvGrpSpPr>
              <a:grpSpLocks/>
            </p:cNvGrpSpPr>
            <p:nvPr/>
          </p:nvGrpSpPr>
          <p:grpSpPr bwMode="auto">
            <a:xfrm>
              <a:off x="1927" y="1870"/>
              <a:ext cx="238" cy="152"/>
              <a:chOff x="1927" y="1870"/>
              <a:chExt cx="238" cy="152"/>
            </a:xfrm>
          </p:grpSpPr>
          <p:sp>
            <p:nvSpPr>
              <p:cNvPr id="51300" name="Line 379"/>
              <p:cNvSpPr>
                <a:spLocks noChangeShapeType="1"/>
              </p:cNvSpPr>
              <p:nvPr/>
            </p:nvSpPr>
            <p:spPr bwMode="auto">
              <a:xfrm>
                <a:off x="19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1" name="Line 380"/>
              <p:cNvSpPr>
                <a:spLocks noChangeShapeType="1"/>
              </p:cNvSpPr>
              <p:nvPr/>
            </p:nvSpPr>
            <p:spPr bwMode="auto">
              <a:xfrm>
                <a:off x="19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2" name="Line 381"/>
              <p:cNvSpPr>
                <a:spLocks noChangeShapeType="1"/>
              </p:cNvSpPr>
              <p:nvPr/>
            </p:nvSpPr>
            <p:spPr bwMode="auto">
              <a:xfrm>
                <a:off x="19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3" name="Line 382"/>
              <p:cNvSpPr>
                <a:spLocks noChangeShapeType="1"/>
              </p:cNvSpPr>
              <p:nvPr/>
            </p:nvSpPr>
            <p:spPr bwMode="auto">
              <a:xfrm>
                <a:off x="1963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4" name="Line 383"/>
              <p:cNvSpPr>
                <a:spLocks noChangeShapeType="1"/>
              </p:cNvSpPr>
              <p:nvPr/>
            </p:nvSpPr>
            <p:spPr bwMode="auto">
              <a:xfrm>
                <a:off x="197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5" name="Line 384"/>
              <p:cNvSpPr>
                <a:spLocks noChangeShapeType="1"/>
              </p:cNvSpPr>
              <p:nvPr/>
            </p:nvSpPr>
            <p:spPr bwMode="auto">
              <a:xfrm>
                <a:off x="19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6" name="Line 385"/>
              <p:cNvSpPr>
                <a:spLocks noChangeShapeType="1"/>
              </p:cNvSpPr>
              <p:nvPr/>
            </p:nvSpPr>
            <p:spPr bwMode="auto">
              <a:xfrm>
                <a:off x="200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7" name="Line 386"/>
              <p:cNvSpPr>
                <a:spLocks noChangeShapeType="1"/>
              </p:cNvSpPr>
              <p:nvPr/>
            </p:nvSpPr>
            <p:spPr bwMode="auto">
              <a:xfrm>
                <a:off x="20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8" name="Line 387"/>
              <p:cNvSpPr>
                <a:spLocks noChangeShapeType="1"/>
              </p:cNvSpPr>
              <p:nvPr/>
            </p:nvSpPr>
            <p:spPr bwMode="auto">
              <a:xfrm>
                <a:off x="2028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09" name="Line 388"/>
              <p:cNvSpPr>
                <a:spLocks noChangeShapeType="1"/>
              </p:cNvSpPr>
              <p:nvPr/>
            </p:nvSpPr>
            <p:spPr bwMode="auto">
              <a:xfrm>
                <a:off x="2040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0" name="Line 389"/>
              <p:cNvSpPr>
                <a:spLocks noChangeShapeType="1"/>
              </p:cNvSpPr>
              <p:nvPr/>
            </p:nvSpPr>
            <p:spPr bwMode="auto">
              <a:xfrm>
                <a:off x="2051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1" name="Line 390"/>
              <p:cNvSpPr>
                <a:spLocks noChangeShapeType="1"/>
              </p:cNvSpPr>
              <p:nvPr/>
            </p:nvSpPr>
            <p:spPr bwMode="auto">
              <a:xfrm>
                <a:off x="2064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2" name="Line 391"/>
              <p:cNvSpPr>
                <a:spLocks noChangeShapeType="1"/>
              </p:cNvSpPr>
              <p:nvPr/>
            </p:nvSpPr>
            <p:spPr bwMode="auto">
              <a:xfrm>
                <a:off x="2076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3" name="Line 392"/>
              <p:cNvSpPr>
                <a:spLocks noChangeShapeType="1"/>
              </p:cNvSpPr>
              <p:nvPr/>
            </p:nvSpPr>
            <p:spPr bwMode="auto">
              <a:xfrm>
                <a:off x="208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4" name="Line 393"/>
              <p:cNvSpPr>
                <a:spLocks noChangeShapeType="1"/>
              </p:cNvSpPr>
              <p:nvPr/>
            </p:nvSpPr>
            <p:spPr bwMode="auto">
              <a:xfrm>
                <a:off x="210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5" name="Line 394"/>
              <p:cNvSpPr>
                <a:spLocks noChangeShapeType="1"/>
              </p:cNvSpPr>
              <p:nvPr/>
            </p:nvSpPr>
            <p:spPr bwMode="auto">
              <a:xfrm>
                <a:off x="211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6" name="Line 395"/>
              <p:cNvSpPr>
                <a:spLocks noChangeShapeType="1"/>
              </p:cNvSpPr>
              <p:nvPr/>
            </p:nvSpPr>
            <p:spPr bwMode="auto">
              <a:xfrm>
                <a:off x="2127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7" name="Line 396"/>
              <p:cNvSpPr>
                <a:spLocks noChangeShapeType="1"/>
              </p:cNvSpPr>
              <p:nvPr/>
            </p:nvSpPr>
            <p:spPr bwMode="auto">
              <a:xfrm>
                <a:off x="2139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8" name="Line 397"/>
              <p:cNvSpPr>
                <a:spLocks noChangeShapeType="1"/>
              </p:cNvSpPr>
              <p:nvPr/>
            </p:nvSpPr>
            <p:spPr bwMode="auto">
              <a:xfrm>
                <a:off x="2152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319" name="Line 398"/>
              <p:cNvSpPr>
                <a:spLocks noChangeShapeType="1"/>
              </p:cNvSpPr>
              <p:nvPr/>
            </p:nvSpPr>
            <p:spPr bwMode="auto">
              <a:xfrm>
                <a:off x="2165" y="1870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44" name="AutoShape 399"/>
            <p:cNvSpPr>
              <a:spLocks noChangeArrowheads="1"/>
            </p:cNvSpPr>
            <p:nvPr/>
          </p:nvSpPr>
          <p:spPr bwMode="auto">
            <a:xfrm flipV="1">
              <a:off x="1913" y="2129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5" name="AutoShape 400"/>
            <p:cNvSpPr>
              <a:spLocks noChangeArrowheads="1"/>
            </p:cNvSpPr>
            <p:nvPr/>
          </p:nvSpPr>
          <p:spPr bwMode="auto">
            <a:xfrm flipV="1">
              <a:off x="1913" y="2155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6" name="AutoShape 401"/>
            <p:cNvSpPr>
              <a:spLocks noChangeArrowheads="1"/>
            </p:cNvSpPr>
            <p:nvPr/>
          </p:nvSpPr>
          <p:spPr bwMode="auto">
            <a:xfrm flipV="1">
              <a:off x="1913" y="2186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7" name="AutoShape 402"/>
            <p:cNvSpPr>
              <a:spLocks noChangeArrowheads="1"/>
            </p:cNvSpPr>
            <p:nvPr/>
          </p:nvSpPr>
          <p:spPr bwMode="auto">
            <a:xfrm flipV="1">
              <a:off x="1913" y="2218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48" name="AutoShape 403"/>
            <p:cNvSpPr>
              <a:spLocks noChangeArrowheads="1"/>
            </p:cNvSpPr>
            <p:nvPr/>
          </p:nvSpPr>
          <p:spPr bwMode="auto">
            <a:xfrm flipV="1">
              <a:off x="1913" y="2249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49" name="Group 404"/>
            <p:cNvGrpSpPr>
              <a:grpSpLocks/>
            </p:cNvGrpSpPr>
            <p:nvPr/>
          </p:nvGrpSpPr>
          <p:grpSpPr bwMode="auto">
            <a:xfrm>
              <a:off x="1927" y="2129"/>
              <a:ext cx="238" cy="152"/>
              <a:chOff x="1927" y="2129"/>
              <a:chExt cx="238" cy="152"/>
            </a:xfrm>
          </p:grpSpPr>
          <p:sp>
            <p:nvSpPr>
              <p:cNvPr id="51280" name="Line 405"/>
              <p:cNvSpPr>
                <a:spLocks noChangeShapeType="1"/>
              </p:cNvSpPr>
              <p:nvPr/>
            </p:nvSpPr>
            <p:spPr bwMode="auto">
              <a:xfrm>
                <a:off x="19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1" name="Line 406"/>
              <p:cNvSpPr>
                <a:spLocks noChangeShapeType="1"/>
              </p:cNvSpPr>
              <p:nvPr/>
            </p:nvSpPr>
            <p:spPr bwMode="auto">
              <a:xfrm>
                <a:off x="19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2" name="Line 407"/>
              <p:cNvSpPr>
                <a:spLocks noChangeShapeType="1"/>
              </p:cNvSpPr>
              <p:nvPr/>
            </p:nvSpPr>
            <p:spPr bwMode="auto">
              <a:xfrm>
                <a:off x="19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3" name="Line 408"/>
              <p:cNvSpPr>
                <a:spLocks noChangeShapeType="1"/>
              </p:cNvSpPr>
              <p:nvPr/>
            </p:nvSpPr>
            <p:spPr bwMode="auto">
              <a:xfrm>
                <a:off x="1963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4" name="Line 409"/>
              <p:cNvSpPr>
                <a:spLocks noChangeShapeType="1"/>
              </p:cNvSpPr>
              <p:nvPr/>
            </p:nvSpPr>
            <p:spPr bwMode="auto">
              <a:xfrm>
                <a:off x="197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5" name="Line 410"/>
              <p:cNvSpPr>
                <a:spLocks noChangeShapeType="1"/>
              </p:cNvSpPr>
              <p:nvPr/>
            </p:nvSpPr>
            <p:spPr bwMode="auto">
              <a:xfrm>
                <a:off x="19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6" name="Line 411"/>
              <p:cNvSpPr>
                <a:spLocks noChangeShapeType="1"/>
              </p:cNvSpPr>
              <p:nvPr/>
            </p:nvSpPr>
            <p:spPr bwMode="auto">
              <a:xfrm>
                <a:off x="200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7" name="Line 412"/>
              <p:cNvSpPr>
                <a:spLocks noChangeShapeType="1"/>
              </p:cNvSpPr>
              <p:nvPr/>
            </p:nvSpPr>
            <p:spPr bwMode="auto">
              <a:xfrm>
                <a:off x="20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8" name="Line 413"/>
              <p:cNvSpPr>
                <a:spLocks noChangeShapeType="1"/>
              </p:cNvSpPr>
              <p:nvPr/>
            </p:nvSpPr>
            <p:spPr bwMode="auto">
              <a:xfrm>
                <a:off x="2028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89" name="Line 414"/>
              <p:cNvSpPr>
                <a:spLocks noChangeShapeType="1"/>
              </p:cNvSpPr>
              <p:nvPr/>
            </p:nvSpPr>
            <p:spPr bwMode="auto">
              <a:xfrm>
                <a:off x="2040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0" name="Line 415"/>
              <p:cNvSpPr>
                <a:spLocks noChangeShapeType="1"/>
              </p:cNvSpPr>
              <p:nvPr/>
            </p:nvSpPr>
            <p:spPr bwMode="auto">
              <a:xfrm>
                <a:off x="2051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1" name="Line 416"/>
              <p:cNvSpPr>
                <a:spLocks noChangeShapeType="1"/>
              </p:cNvSpPr>
              <p:nvPr/>
            </p:nvSpPr>
            <p:spPr bwMode="auto">
              <a:xfrm>
                <a:off x="2064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2" name="Line 417"/>
              <p:cNvSpPr>
                <a:spLocks noChangeShapeType="1"/>
              </p:cNvSpPr>
              <p:nvPr/>
            </p:nvSpPr>
            <p:spPr bwMode="auto">
              <a:xfrm>
                <a:off x="2076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3" name="Line 418"/>
              <p:cNvSpPr>
                <a:spLocks noChangeShapeType="1"/>
              </p:cNvSpPr>
              <p:nvPr/>
            </p:nvSpPr>
            <p:spPr bwMode="auto">
              <a:xfrm>
                <a:off x="208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4" name="Line 419"/>
              <p:cNvSpPr>
                <a:spLocks noChangeShapeType="1"/>
              </p:cNvSpPr>
              <p:nvPr/>
            </p:nvSpPr>
            <p:spPr bwMode="auto">
              <a:xfrm>
                <a:off x="210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5" name="Line 420"/>
              <p:cNvSpPr>
                <a:spLocks noChangeShapeType="1"/>
              </p:cNvSpPr>
              <p:nvPr/>
            </p:nvSpPr>
            <p:spPr bwMode="auto">
              <a:xfrm>
                <a:off x="211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6" name="Line 421"/>
              <p:cNvSpPr>
                <a:spLocks noChangeShapeType="1"/>
              </p:cNvSpPr>
              <p:nvPr/>
            </p:nvSpPr>
            <p:spPr bwMode="auto">
              <a:xfrm>
                <a:off x="2127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7" name="Line 422"/>
              <p:cNvSpPr>
                <a:spLocks noChangeShapeType="1"/>
              </p:cNvSpPr>
              <p:nvPr/>
            </p:nvSpPr>
            <p:spPr bwMode="auto">
              <a:xfrm>
                <a:off x="2139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8" name="Line 423"/>
              <p:cNvSpPr>
                <a:spLocks noChangeShapeType="1"/>
              </p:cNvSpPr>
              <p:nvPr/>
            </p:nvSpPr>
            <p:spPr bwMode="auto">
              <a:xfrm>
                <a:off x="2152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99" name="Line 424"/>
              <p:cNvSpPr>
                <a:spLocks noChangeShapeType="1"/>
              </p:cNvSpPr>
              <p:nvPr/>
            </p:nvSpPr>
            <p:spPr bwMode="auto">
              <a:xfrm>
                <a:off x="2165" y="2129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0" name="AutoShape 425"/>
            <p:cNvSpPr>
              <a:spLocks noChangeArrowheads="1"/>
            </p:cNvSpPr>
            <p:nvPr/>
          </p:nvSpPr>
          <p:spPr bwMode="auto">
            <a:xfrm flipV="1">
              <a:off x="1913" y="2376"/>
              <a:ext cx="264" cy="152"/>
            </a:xfrm>
            <a:prstGeom prst="roundRect">
              <a:avLst>
                <a:gd name="adj" fmla="val 0"/>
              </a:avLst>
            </a:prstGeom>
            <a:solidFill>
              <a:srgbClr val="FFFFFF"/>
            </a:solidFill>
            <a:ln w="940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1" name="AutoShape 426"/>
            <p:cNvSpPr>
              <a:spLocks noChangeArrowheads="1"/>
            </p:cNvSpPr>
            <p:nvPr/>
          </p:nvSpPr>
          <p:spPr bwMode="auto">
            <a:xfrm flipV="1">
              <a:off x="1913" y="2403"/>
              <a:ext cx="262" cy="4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2" name="AutoShape 427"/>
            <p:cNvSpPr>
              <a:spLocks noChangeArrowheads="1"/>
            </p:cNvSpPr>
            <p:nvPr/>
          </p:nvSpPr>
          <p:spPr bwMode="auto">
            <a:xfrm flipV="1">
              <a:off x="1913" y="2433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3" name="AutoShape 428"/>
            <p:cNvSpPr>
              <a:spLocks noChangeArrowheads="1"/>
            </p:cNvSpPr>
            <p:nvPr/>
          </p:nvSpPr>
          <p:spPr bwMode="auto">
            <a:xfrm flipV="1">
              <a:off x="1913" y="2465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4" name="AutoShape 429"/>
            <p:cNvSpPr>
              <a:spLocks noChangeArrowheads="1"/>
            </p:cNvSpPr>
            <p:nvPr/>
          </p:nvSpPr>
          <p:spPr bwMode="auto">
            <a:xfrm flipV="1">
              <a:off x="1913" y="2497"/>
              <a:ext cx="262" cy="5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E1E1E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51255" name="Group 430"/>
            <p:cNvGrpSpPr>
              <a:grpSpLocks/>
            </p:cNvGrpSpPr>
            <p:nvPr/>
          </p:nvGrpSpPr>
          <p:grpSpPr bwMode="auto">
            <a:xfrm>
              <a:off x="1927" y="2376"/>
              <a:ext cx="238" cy="152"/>
              <a:chOff x="1927" y="2376"/>
              <a:chExt cx="238" cy="152"/>
            </a:xfrm>
          </p:grpSpPr>
          <p:sp>
            <p:nvSpPr>
              <p:cNvPr id="51260" name="Line 431"/>
              <p:cNvSpPr>
                <a:spLocks noChangeShapeType="1"/>
              </p:cNvSpPr>
              <p:nvPr/>
            </p:nvSpPr>
            <p:spPr bwMode="auto">
              <a:xfrm>
                <a:off x="19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1" name="Line 432"/>
              <p:cNvSpPr>
                <a:spLocks noChangeShapeType="1"/>
              </p:cNvSpPr>
              <p:nvPr/>
            </p:nvSpPr>
            <p:spPr bwMode="auto">
              <a:xfrm>
                <a:off x="19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2" name="Line 433"/>
              <p:cNvSpPr>
                <a:spLocks noChangeShapeType="1"/>
              </p:cNvSpPr>
              <p:nvPr/>
            </p:nvSpPr>
            <p:spPr bwMode="auto">
              <a:xfrm>
                <a:off x="19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3" name="Line 434"/>
              <p:cNvSpPr>
                <a:spLocks noChangeShapeType="1"/>
              </p:cNvSpPr>
              <p:nvPr/>
            </p:nvSpPr>
            <p:spPr bwMode="auto">
              <a:xfrm>
                <a:off x="1963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4" name="Line 435"/>
              <p:cNvSpPr>
                <a:spLocks noChangeShapeType="1"/>
              </p:cNvSpPr>
              <p:nvPr/>
            </p:nvSpPr>
            <p:spPr bwMode="auto">
              <a:xfrm>
                <a:off x="197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5" name="Line 436"/>
              <p:cNvSpPr>
                <a:spLocks noChangeShapeType="1"/>
              </p:cNvSpPr>
              <p:nvPr/>
            </p:nvSpPr>
            <p:spPr bwMode="auto">
              <a:xfrm>
                <a:off x="19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6" name="Line 437"/>
              <p:cNvSpPr>
                <a:spLocks noChangeShapeType="1"/>
              </p:cNvSpPr>
              <p:nvPr/>
            </p:nvSpPr>
            <p:spPr bwMode="auto">
              <a:xfrm>
                <a:off x="200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7" name="Line 438"/>
              <p:cNvSpPr>
                <a:spLocks noChangeShapeType="1"/>
              </p:cNvSpPr>
              <p:nvPr/>
            </p:nvSpPr>
            <p:spPr bwMode="auto">
              <a:xfrm>
                <a:off x="20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8" name="Line 439"/>
              <p:cNvSpPr>
                <a:spLocks noChangeShapeType="1"/>
              </p:cNvSpPr>
              <p:nvPr/>
            </p:nvSpPr>
            <p:spPr bwMode="auto">
              <a:xfrm>
                <a:off x="2028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69" name="Line 440"/>
              <p:cNvSpPr>
                <a:spLocks noChangeShapeType="1"/>
              </p:cNvSpPr>
              <p:nvPr/>
            </p:nvSpPr>
            <p:spPr bwMode="auto">
              <a:xfrm>
                <a:off x="2040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0" name="Line 441"/>
              <p:cNvSpPr>
                <a:spLocks noChangeShapeType="1"/>
              </p:cNvSpPr>
              <p:nvPr/>
            </p:nvSpPr>
            <p:spPr bwMode="auto">
              <a:xfrm>
                <a:off x="2051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1" name="Line 442"/>
              <p:cNvSpPr>
                <a:spLocks noChangeShapeType="1"/>
              </p:cNvSpPr>
              <p:nvPr/>
            </p:nvSpPr>
            <p:spPr bwMode="auto">
              <a:xfrm>
                <a:off x="2064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2" name="Line 443"/>
              <p:cNvSpPr>
                <a:spLocks noChangeShapeType="1"/>
              </p:cNvSpPr>
              <p:nvPr/>
            </p:nvSpPr>
            <p:spPr bwMode="auto">
              <a:xfrm>
                <a:off x="2076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3" name="Line 444"/>
              <p:cNvSpPr>
                <a:spLocks noChangeShapeType="1"/>
              </p:cNvSpPr>
              <p:nvPr/>
            </p:nvSpPr>
            <p:spPr bwMode="auto">
              <a:xfrm>
                <a:off x="208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4" name="Line 445"/>
              <p:cNvSpPr>
                <a:spLocks noChangeShapeType="1"/>
              </p:cNvSpPr>
              <p:nvPr/>
            </p:nvSpPr>
            <p:spPr bwMode="auto">
              <a:xfrm>
                <a:off x="210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5" name="Line 446"/>
              <p:cNvSpPr>
                <a:spLocks noChangeShapeType="1"/>
              </p:cNvSpPr>
              <p:nvPr/>
            </p:nvSpPr>
            <p:spPr bwMode="auto">
              <a:xfrm>
                <a:off x="211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6" name="Line 447"/>
              <p:cNvSpPr>
                <a:spLocks noChangeShapeType="1"/>
              </p:cNvSpPr>
              <p:nvPr/>
            </p:nvSpPr>
            <p:spPr bwMode="auto">
              <a:xfrm>
                <a:off x="2127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7" name="Line 448"/>
              <p:cNvSpPr>
                <a:spLocks noChangeShapeType="1"/>
              </p:cNvSpPr>
              <p:nvPr/>
            </p:nvSpPr>
            <p:spPr bwMode="auto">
              <a:xfrm>
                <a:off x="2139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8" name="Line 449"/>
              <p:cNvSpPr>
                <a:spLocks noChangeShapeType="1"/>
              </p:cNvSpPr>
              <p:nvPr/>
            </p:nvSpPr>
            <p:spPr bwMode="auto">
              <a:xfrm>
                <a:off x="2152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279" name="Line 450"/>
              <p:cNvSpPr>
                <a:spLocks noChangeShapeType="1"/>
              </p:cNvSpPr>
              <p:nvPr/>
            </p:nvSpPr>
            <p:spPr bwMode="auto">
              <a:xfrm>
                <a:off x="2165" y="2376"/>
                <a:ext cx="0" cy="152"/>
              </a:xfrm>
              <a:prstGeom prst="line">
                <a:avLst/>
              </a:prstGeom>
              <a:noFill/>
              <a:ln w="18811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51256" name="AutoShape 451"/>
            <p:cNvSpPr>
              <a:spLocks noChangeArrowheads="1"/>
            </p:cNvSpPr>
            <p:nvPr/>
          </p:nvSpPr>
          <p:spPr bwMode="auto">
            <a:xfrm flipV="1">
              <a:off x="1814" y="2053"/>
              <a:ext cx="68" cy="17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7" name="Freeform 452"/>
            <p:cNvSpPr>
              <a:spLocks/>
            </p:cNvSpPr>
            <p:nvPr/>
          </p:nvSpPr>
          <p:spPr bwMode="auto">
            <a:xfrm>
              <a:off x="1813" y="2053"/>
              <a:ext cx="70" cy="20"/>
            </a:xfrm>
            <a:custGeom>
              <a:avLst/>
              <a:gdLst>
                <a:gd name="T0" fmla="*/ 0 w 70"/>
                <a:gd name="T1" fmla="*/ 19 h 20"/>
                <a:gd name="T2" fmla="*/ 69 w 70"/>
                <a:gd name="T3" fmla="*/ 19 h 20"/>
                <a:gd name="T4" fmla="*/ 69 w 70"/>
                <a:gd name="T5" fmla="*/ 0 h 20"/>
                <a:gd name="T6" fmla="*/ 0 60000 65536"/>
                <a:gd name="T7" fmla="*/ 0 60000 65536"/>
                <a:gd name="T8" fmla="*/ 0 60000 65536"/>
                <a:gd name="T9" fmla="*/ 0 w 70"/>
                <a:gd name="T10" fmla="*/ 0 h 20"/>
                <a:gd name="T11" fmla="*/ 70 w 7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0" h="20">
                  <a:moveTo>
                    <a:pt x="0" y="19"/>
                  </a:moveTo>
                  <a:lnTo>
                    <a:pt x="69" y="19"/>
                  </a:lnTo>
                  <a:lnTo>
                    <a:pt x="69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AutoShape 453"/>
            <p:cNvSpPr>
              <a:spLocks noChangeArrowheads="1"/>
            </p:cNvSpPr>
            <p:nvPr/>
          </p:nvSpPr>
          <p:spPr bwMode="auto">
            <a:xfrm flipV="1">
              <a:off x="1814" y="2084"/>
              <a:ext cx="97" cy="23"/>
            </a:xfrm>
            <a:prstGeom prst="roundRect">
              <a:avLst>
                <a:gd name="adj" fmla="val 0"/>
              </a:avLst>
            </a:prstGeom>
            <a:solidFill>
              <a:srgbClr val="E1E1E1"/>
            </a:solidFill>
            <a:ln w="9405">
              <a:solidFill>
                <a:srgbClr val="FFFFFF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59" name="Freeform 454"/>
            <p:cNvSpPr>
              <a:spLocks/>
            </p:cNvSpPr>
            <p:nvPr/>
          </p:nvSpPr>
          <p:spPr bwMode="auto">
            <a:xfrm>
              <a:off x="1813" y="2084"/>
              <a:ext cx="101" cy="26"/>
            </a:xfrm>
            <a:custGeom>
              <a:avLst/>
              <a:gdLst>
                <a:gd name="T0" fmla="*/ 0 w 101"/>
                <a:gd name="T1" fmla="*/ 25 h 26"/>
                <a:gd name="T2" fmla="*/ 100 w 101"/>
                <a:gd name="T3" fmla="*/ 25 h 26"/>
                <a:gd name="T4" fmla="*/ 100 w 101"/>
                <a:gd name="T5" fmla="*/ 0 h 26"/>
                <a:gd name="T6" fmla="*/ 0 60000 65536"/>
                <a:gd name="T7" fmla="*/ 0 60000 65536"/>
                <a:gd name="T8" fmla="*/ 0 60000 65536"/>
                <a:gd name="T9" fmla="*/ 0 w 101"/>
                <a:gd name="T10" fmla="*/ 0 h 26"/>
                <a:gd name="T11" fmla="*/ 101 w 10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" h="26">
                  <a:moveTo>
                    <a:pt x="0" y="25"/>
                  </a:moveTo>
                  <a:lnTo>
                    <a:pt x="100" y="25"/>
                  </a:lnTo>
                  <a:lnTo>
                    <a:pt x="100" y="0"/>
                  </a:lnTo>
                </a:path>
              </a:pathLst>
            </a:custGeom>
            <a:noFill/>
            <a:ln w="940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15" name="Text Box 45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3801" y="3810000"/>
            <a:ext cx="18653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dakota.west.sprockets.com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1216" name="Text Box 456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518151" y="4768850"/>
            <a:ext cx="177482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4" rIns="91429" bIns="45714">
            <a:spAutoFit/>
          </a:bodyPr>
          <a:lstStyle>
            <a:lvl1pPr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defTabSz="82073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defTabSz="82073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sz="1100">
                <a:latin typeface="Arial" panose="020B0604020202020204" pitchFamily="34" charset="0"/>
                <a:ea typeface="SimSun" panose="02010600030101010101" pitchFamily="2" charset="-122"/>
              </a:rPr>
              <a:t>ns1.sanjose.nominum.net</a:t>
            </a:r>
            <a:endParaRPr lang="en-US" altLang="zh-CN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E6B059-76A8-5C40-61AA-234A048D8077}"/>
              </a:ext>
            </a:extLst>
          </p:cNvPr>
          <p:cNvSpPr txBox="1"/>
          <p:nvPr>
            <p:custDataLst>
              <p:tags r:id="rId16"/>
            </p:custDataLst>
          </p:nvPr>
        </p:nvSpPr>
        <p:spPr>
          <a:xfrm>
            <a:off x="-8092" y="-5493"/>
            <a:ext cx="907141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The Resolution Process (with Caching)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78310006"/>
      </p:ext>
    </p:extLst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116106" y="1368425"/>
            <a:ext cx="10515600" cy="424516"/>
          </a:xfrm>
        </p:spPr>
        <p:txBody>
          <a:bodyPr>
            <a:normAutofit fontScale="92500" lnSpcReduction="20000"/>
          </a:bodyPr>
          <a:lstStyle/>
          <a:p>
            <a:pPr marL="0" indent="0" algn="ctr" eaLnBrk="1" hangingPunct="1">
              <a:buNone/>
            </a:pPr>
            <a:r>
              <a:rPr lang="en-US" altLang="zh-CN" b="1" dirty="0">
                <a:latin typeface="Avenir Next" panose="020B0503020202020204" pitchFamily="34" charset="0"/>
                <a:ea typeface="SimSun" panose="02010600030101010101" pitchFamily="2" charset="-122"/>
              </a:rPr>
              <a:t>The principle of iterative name resolution.</a:t>
            </a:r>
          </a:p>
        </p:txBody>
      </p:sp>
      <p:pic>
        <p:nvPicPr>
          <p:cNvPr id="5222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2598" r="21379" b="36404"/>
          <a:stretch>
            <a:fillRect/>
          </a:stretch>
        </p:blipFill>
        <p:spPr bwMode="auto">
          <a:xfrm>
            <a:off x="1831181" y="1998383"/>
            <a:ext cx="8529637" cy="467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B36B03F-CF6C-A73B-14A3-B85969FD1CED}"/>
              </a:ext>
            </a:extLst>
          </p:cNvPr>
          <p:cNvSpPr txBox="1"/>
          <p:nvPr/>
        </p:nvSpPr>
        <p:spPr>
          <a:xfrm>
            <a:off x="-8092" y="-5493"/>
            <a:ext cx="5010398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Resolution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4496602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6459" y="1000872"/>
            <a:ext cx="10515600" cy="585881"/>
          </a:xfrm>
        </p:spPr>
        <p:txBody>
          <a:bodyPr/>
          <a:lstStyle/>
          <a:p>
            <a:pPr marL="0" indent="0" algn="ctr" eaLnBrk="1" hangingPunct="1">
              <a:buNone/>
            </a:pPr>
            <a:r>
              <a:rPr lang="en-US" altLang="zh-CN" b="1" dirty="0">
                <a:latin typeface="Avenir Next" panose="020B0503020202020204" pitchFamily="34" charset="0"/>
                <a:ea typeface="SimSun" panose="02010600030101010101" pitchFamily="2" charset="-122"/>
              </a:rPr>
              <a:t>The principle of recursive name resolution</a:t>
            </a:r>
          </a:p>
        </p:txBody>
      </p:sp>
      <p:pic>
        <p:nvPicPr>
          <p:cNvPr id="53252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3504" r="21593" b="37915"/>
          <a:stretch>
            <a:fillRect/>
          </a:stretch>
        </p:blipFill>
        <p:spPr bwMode="auto">
          <a:xfrm>
            <a:off x="2116931" y="1673225"/>
            <a:ext cx="7958137" cy="402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9219678-0FA2-D86B-3158-57BD6D8A9248}"/>
              </a:ext>
            </a:extLst>
          </p:cNvPr>
          <p:cNvSpPr txBox="1"/>
          <p:nvPr/>
        </p:nvSpPr>
        <p:spPr>
          <a:xfrm>
            <a:off x="-8092" y="-5493"/>
            <a:ext cx="65792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Resolution (1)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6689646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298701" y="5595938"/>
            <a:ext cx="7573963" cy="838200"/>
          </a:xfrm>
        </p:spPr>
        <p:txBody>
          <a:bodyPr>
            <a:normAutofit fontScale="92500" lnSpcReduction="20000"/>
          </a:bodyPr>
          <a:lstStyle/>
          <a:p>
            <a:pPr eaLnBrk="1" hangingPunct="1"/>
            <a:r>
              <a:rPr lang="en-US" altLang="zh-CN" sz="2400" dirty="0">
                <a:ea typeface="SimSun" panose="02010600030101010101" pitchFamily="2" charset="-122"/>
              </a:rPr>
              <a:t>Recursive name resolution of &lt;</a:t>
            </a:r>
            <a:r>
              <a:rPr lang="en-US" altLang="zh-CN" sz="2400" i="1" dirty="0" err="1">
                <a:ea typeface="SimSun" panose="02010600030101010101" pitchFamily="2" charset="-122"/>
              </a:rPr>
              <a:t>nl</a:t>
            </a:r>
            <a:r>
              <a:rPr lang="en-US" altLang="zh-CN" sz="2400" i="1" dirty="0">
                <a:ea typeface="SimSun" panose="02010600030101010101" pitchFamily="2" charset="-122"/>
              </a:rPr>
              <a:t>, vu, cs, ftp</a:t>
            </a:r>
            <a:r>
              <a:rPr lang="en-US" altLang="zh-CN" sz="2400" dirty="0">
                <a:ea typeface="SimSun" panose="02010600030101010101" pitchFamily="2" charset="-122"/>
              </a:rPr>
              <a:t>&gt;. Name servers cache intermediate results for subsequent lookups.</a:t>
            </a:r>
          </a:p>
        </p:txBody>
      </p:sp>
      <p:graphicFrame>
        <p:nvGraphicFramePr>
          <p:cNvPr id="352260" name="Group 4"/>
          <p:cNvGraphicFramePr>
            <a:graphicFrameLocks noGrp="1"/>
          </p:cNvGraphicFramePr>
          <p:nvPr/>
        </p:nvGraphicFramePr>
        <p:xfrm>
          <a:off x="2012950" y="1414463"/>
          <a:ext cx="8275638" cy="3854452"/>
        </p:xfrm>
        <a:graphic>
          <a:graphicData uri="http://schemas.openxmlformats.org/drawingml/2006/table">
            <a:tbl>
              <a:tblPr/>
              <a:tblGrid>
                <a:gridCol w="12715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7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07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87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71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988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774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Server for node</a:t>
                      </a:r>
                    </a:p>
                  </a:txBody>
                  <a:tcPr marT="45707" marB="4570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Should resolve</a:t>
                      </a:r>
                    </a:p>
                  </a:txBody>
                  <a:tcPr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Looks up</a:t>
                      </a:r>
                    </a:p>
                  </a:txBody>
                  <a:tcPr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Passes to child</a:t>
                      </a:r>
                    </a:p>
                  </a:txBody>
                  <a:tcPr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Receives and caches</a:t>
                      </a:r>
                    </a:p>
                  </a:txBody>
                  <a:tcPr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Returns to requester</a:t>
                      </a:r>
                    </a:p>
                  </a:txBody>
                  <a:tcPr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580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cs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--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--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74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vu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#&lt;cs&gt;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#&lt;cs&gt;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#&lt;cs, 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293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ni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#&lt;cs&gt;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#&lt;vu,cs&gt;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677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root</a:t>
                      </a:r>
                    </a:p>
                  </a:txBody>
                  <a:tcPr marT="45707" marB="4570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&lt;ni,vu,cs,ftp&gt;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#&lt;nl&gt;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&lt;vu,cs,ftp&gt;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#&lt;vu,cs&gt;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#&lt;nl&gt;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#&lt;nl,vu&gt;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#&lt;nl,vu,cs&gt;</a:t>
                      </a:r>
                      <a:b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</a:br>
                      <a:r>
                        <a:rPr kumimoji="0" lang="en-US" altLang="zh-CN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宋体" pitchFamily="2" charset="-122"/>
                        </a:rPr>
                        <a:t>#&lt;nl,vu,cs,ftp&gt;</a:t>
                      </a:r>
                    </a:p>
                  </a:txBody>
                  <a:tcPr marT="45707" marB="457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3B7C637-15FD-06BE-B1DB-BEA7DA24D234}"/>
              </a:ext>
            </a:extLst>
          </p:cNvPr>
          <p:cNvSpPr txBox="1"/>
          <p:nvPr/>
        </p:nvSpPr>
        <p:spPr>
          <a:xfrm>
            <a:off x="-8092" y="-5493"/>
            <a:ext cx="65792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Recursive Resolution (2)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5715239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9" name="Picture 4"/>
          <p:cNvPicPr>
            <a:picLocks noChangeAspect="1" noChangeArrowheads="1"/>
          </p:cNvPicPr>
          <p:nvPr>
            <p:custDataLst>
              <p:tags r:id="rId2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3504" r="21593" b="37915"/>
          <a:stretch>
            <a:fillRect/>
          </a:stretch>
        </p:blipFill>
        <p:spPr bwMode="auto">
          <a:xfrm>
            <a:off x="5842000" y="1706564"/>
            <a:ext cx="4249738" cy="402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0" name="Picture 4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2598" r="21379" b="36404"/>
          <a:stretch>
            <a:fillRect/>
          </a:stretch>
        </p:blipFill>
        <p:spPr bwMode="auto">
          <a:xfrm>
            <a:off x="1801813" y="1460501"/>
            <a:ext cx="3941762" cy="467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482181" y="1011241"/>
            <a:ext cx="4522788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609600" indent="-609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en-US" altLang="zh-CN" dirty="0">
                <a:ea typeface="SimSun" panose="02010600030101010101" pitchFamily="2" charset="-122"/>
              </a:rPr>
              <a:t>Performance-wise, which is better?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5A091-145D-4491-66EC-668EAC24C180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-8092" y="-5493"/>
            <a:ext cx="65792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vs. Recursive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9312421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9" name="Picture 4"/>
          <p:cNvPicPr>
            <a:picLocks noChangeAspect="1" noChangeArrowheads="1"/>
          </p:cNvPicPr>
          <p:nvPr>
            <p:custDataLst>
              <p:tags r:id="rId2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3504" r="21593" b="37915"/>
          <a:stretch>
            <a:fillRect/>
          </a:stretch>
        </p:blipFill>
        <p:spPr bwMode="auto">
          <a:xfrm>
            <a:off x="5842000" y="1706564"/>
            <a:ext cx="4249738" cy="402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0" name="Picture 4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2598" r="21379" b="36404"/>
          <a:stretch>
            <a:fillRect/>
          </a:stretch>
        </p:blipFill>
        <p:spPr bwMode="auto">
          <a:xfrm>
            <a:off x="1801813" y="1460501"/>
            <a:ext cx="3941762" cy="467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281112" y="6000750"/>
            <a:ext cx="440213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609600" indent="-609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en-US" altLang="zh-CN" dirty="0">
                <a:ea typeface="SimSun" panose="02010600030101010101" pitchFamily="2" charset="-122"/>
              </a:rPr>
              <a:t>Which works better with caching?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5A091-145D-4491-66EC-668EAC24C180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-8092" y="-5493"/>
            <a:ext cx="65792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vs. Recursive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2658588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9" name="Picture 4"/>
          <p:cNvPicPr>
            <a:picLocks noChangeAspect="1" noChangeArrowheads="1"/>
          </p:cNvPicPr>
          <p:nvPr>
            <p:custDataLst>
              <p:tags r:id="rId2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3504" r="21593" b="37915"/>
          <a:stretch>
            <a:fillRect/>
          </a:stretch>
        </p:blipFill>
        <p:spPr bwMode="auto">
          <a:xfrm>
            <a:off x="5842000" y="1706564"/>
            <a:ext cx="4249738" cy="402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300" name="Picture 4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345" t="42598" r="21379" b="36404"/>
          <a:stretch>
            <a:fillRect/>
          </a:stretch>
        </p:blipFill>
        <p:spPr bwMode="auto">
          <a:xfrm>
            <a:off x="1801813" y="1460501"/>
            <a:ext cx="3941762" cy="467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407275" y="6000750"/>
            <a:ext cx="4240213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609600" indent="-609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en-US" altLang="zh-CN" dirty="0">
                <a:ea typeface="SimSun" panose="02010600030101010101" pitchFamily="2" charset="-122"/>
              </a:rPr>
              <a:t>How about communication cost?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5A091-145D-4491-66EC-668EAC24C180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-8092" y="-5493"/>
            <a:ext cx="65792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vs. Recursive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7885045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53136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vs. Recursive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" y="733172"/>
            <a:ext cx="12191998" cy="6124828"/>
          </a:xfrm>
        </p:spPr>
        <p:txBody>
          <a:bodyPr>
            <a:noAutofit/>
          </a:bodyPr>
          <a:lstStyle/>
          <a:p>
            <a:pPr marL="609600" indent="-609600"/>
            <a:r>
              <a:rPr lang="en-US" altLang="zh-CN" sz="4000" b="1" dirty="0">
                <a:latin typeface="Avenir Next" panose="020B0503020202020204" pitchFamily="34" charset="0"/>
                <a:ea typeface="SimSun" panose="02010600030101010101" pitchFamily="2" charset="-122"/>
              </a:rPr>
              <a:t>Performance-wise, which is better?</a:t>
            </a:r>
          </a:p>
          <a:p>
            <a:pPr marL="990600" lvl="1" indent="-533400"/>
            <a:r>
              <a:rPr lang="en-US" altLang="zh-CN" sz="3600" dirty="0">
                <a:latin typeface="Avenir Next" panose="020B0503020202020204" pitchFamily="34" charset="0"/>
                <a:ea typeface="SimSun" panose="02010600030101010101" pitchFamily="2" charset="-122"/>
              </a:rPr>
              <a:t>Recursive method puts higher performance demand on each name server</a:t>
            </a:r>
          </a:p>
          <a:p>
            <a:pPr marL="990600" lvl="1" indent="-533400"/>
            <a:endParaRPr lang="en-US" altLang="zh-CN" sz="3600" dirty="0">
              <a:latin typeface="Avenir Next" panose="020B0503020202020204" pitchFamily="34" charset="0"/>
              <a:ea typeface="SimSun" panose="02010600030101010101" pitchFamily="2" charset="-122"/>
            </a:endParaRPr>
          </a:p>
          <a:p>
            <a:pPr marL="609600" indent="-609600"/>
            <a:r>
              <a:rPr lang="en-US" altLang="zh-CN" sz="4000" b="1" dirty="0">
                <a:latin typeface="Avenir Next" panose="020B0503020202020204" pitchFamily="34" charset="0"/>
                <a:ea typeface="SimSun" panose="02010600030101010101" pitchFamily="2" charset="-122"/>
              </a:rPr>
              <a:t>Which works better with caching?</a:t>
            </a:r>
          </a:p>
          <a:p>
            <a:pPr marL="990600" lvl="1" indent="-533400"/>
            <a:r>
              <a:rPr lang="en-US" altLang="zh-CN" sz="3600" dirty="0">
                <a:latin typeface="Avenir Next" panose="020B0503020202020204" pitchFamily="34" charset="0"/>
                <a:ea typeface="SimSun" panose="02010600030101010101" pitchFamily="2" charset="-122"/>
              </a:rPr>
              <a:t>Recursive method works better with caching</a:t>
            </a:r>
          </a:p>
          <a:p>
            <a:pPr marL="609600" indent="-609600"/>
            <a:endParaRPr lang="en-US" altLang="zh-CN" sz="4000" dirty="0">
              <a:latin typeface="Avenir Next" panose="020B0503020202020204" pitchFamily="34" charset="0"/>
              <a:ea typeface="SimSun" panose="02010600030101010101" pitchFamily="2" charset="-122"/>
            </a:endParaRPr>
          </a:p>
          <a:p>
            <a:pPr marL="609600" indent="-609600"/>
            <a:r>
              <a:rPr lang="en-US" altLang="zh-CN" sz="4000" b="1" dirty="0">
                <a:latin typeface="Avenir Next" panose="020B0503020202020204" pitchFamily="34" charset="0"/>
                <a:ea typeface="SimSun" panose="02010600030101010101" pitchFamily="2" charset="-122"/>
              </a:rPr>
              <a:t>How about communication cost?</a:t>
            </a:r>
          </a:p>
          <a:p>
            <a:pPr marL="990600" lvl="1" indent="-533400"/>
            <a:r>
              <a:rPr lang="en-US" altLang="zh-CN" sz="3600" dirty="0">
                <a:latin typeface="Avenir Next" panose="020B0503020202020204" pitchFamily="34" charset="0"/>
                <a:ea typeface="SimSun" panose="02010600030101010101" pitchFamily="2" charset="-122"/>
              </a:rPr>
              <a:t>Recursive method can reduce communication cost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771075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53136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Iterative vs. Recursive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6A8A7BF-1E87-96E4-CE47-4F52254A2F47}"/>
              </a:ext>
            </a:extLst>
          </p:cNvPr>
          <p:cNvSpPr txBox="1">
            <a:spLocks noChangeArrowheads="1"/>
          </p:cNvSpPr>
          <p:nvPr/>
        </p:nvSpPr>
        <p:spPr>
          <a:xfrm>
            <a:off x="2209800" y="5257800"/>
            <a:ext cx="7810500" cy="8382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2400" b="1">
                <a:latin typeface="Avenir Next" panose="020B0503020202020204" pitchFamily="34" charset="0"/>
                <a:ea typeface="SimSun" panose="02010600030101010101" pitchFamily="2" charset="-122"/>
              </a:rPr>
              <a:t>The comparison between recursive and iterative name resolution with respect to communication costs.</a:t>
            </a:r>
          </a:p>
        </p:txBody>
      </p:sp>
      <p:pic>
        <p:nvPicPr>
          <p:cNvPr id="7" name="Picture 4">
            <a:extLst>
              <a:ext uri="{FF2B5EF4-FFF2-40B4-BE49-F238E27FC236}">
                <a16:creationId xmlns:a16="http://schemas.microsoft.com/office/drawing/2014/main" id="{E59136EA-FCA5-FC92-6374-8061646235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952" t="44411" r="18385" b="38972"/>
          <a:stretch>
            <a:fillRect/>
          </a:stretch>
        </p:blipFill>
        <p:spPr bwMode="auto">
          <a:xfrm>
            <a:off x="2019301" y="1676401"/>
            <a:ext cx="8105775" cy="314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3388683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53136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Terminologies</a:t>
            </a:r>
          </a:p>
        </p:txBody>
      </p:sp>
      <p:pic>
        <p:nvPicPr>
          <p:cNvPr id="2" name="Content Placeholder 6">
            <a:extLst>
              <a:ext uri="{FF2B5EF4-FFF2-40B4-BE49-F238E27FC236}">
                <a16:creationId xmlns:a16="http://schemas.microsoft.com/office/drawing/2014/main" id="{F99A7715-9316-50E6-A444-9B52282CD4B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3"/>
            <a:ext cx="7886699" cy="4320343"/>
          </a:xfr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1741126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8434599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4AD83C1-A77C-FB3A-AE7B-EA0B90AC4E64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3287" y="1849360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6697755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4AD83C1-A77C-FB3A-AE7B-EA0B90AC4E64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19020" y="2936764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687735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4AD83C1-A77C-FB3A-AE7B-EA0B90AC4E64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19020" y="2936764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98E8FDA9-8B0D-55A5-A22C-3DC0CF3BCD53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7191632" y="2244776"/>
            <a:ext cx="3476368" cy="1388110"/>
          </a:xfrm>
          <a:prstGeom prst="round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A.ROOT-SERVERS.NET. IN A 198.41.0.4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B.ROOT-SERVERS.NET. IN A 192.228.79.201 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C.ROOT-SERVERS.NET. IN A 192.33.4.12 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... 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M.ROOT-SERVERS.NET. IN A 202.12.27.33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0181243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44F49BA7-B734-9709-1CC0-DDEBB4EC51C9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722606" y="47202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3579653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44F49BA7-B734-9709-1CC0-DDEBB4EC51C9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722606" y="47202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D3AAA4B6-FBB9-CC91-0428-7554059E620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648855" y="3033145"/>
            <a:ext cx="3756454" cy="2940908"/>
          </a:xfrm>
          <a:prstGeom prst="round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/* Authority section */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NET.                 IN  NS A.GTLD-SERVERS.NET. 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                    IN  NS B.GTLD-SERVERS.NET.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                    IN  NS C.GTLD-SERVERS.NET.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                    ...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                    IN  NS M.GTLD-SERVERS.NET.</a:t>
            </a:r>
          </a:p>
          <a:p>
            <a:pPr algn="ctr"/>
            <a:endParaRPr lang="en-US" sz="1200" b="1" dirty="0">
              <a:solidFill>
                <a:schemeClr val="bg1"/>
              </a:solidFill>
              <a:latin typeface="Roboto Black" panose="02000000000000000000" pitchFamily="2" charset="0"/>
              <a:ea typeface="Roboto Black" panose="02000000000000000000" pitchFamily="2" charset="0"/>
              <a:cs typeface="Roboto Black" panose="02000000000000000000" pitchFamily="2" charset="0"/>
            </a:endParaRP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/* Additional section - "glue" records */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A.GTLD-SERVERS.net.  IN  A  192.5.6.30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B.GTLD-SERVERS.net.  IN  A  192.33.14.30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C.GTLD-SERVERS.net.  IN  A  192.26.92.30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...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M.GTLD-SERVERS.net.  IN  A  192.55.83.30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8858982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44F49BA7-B734-9709-1CC0-DDEBB4EC51C9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722606" y="47202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E73E32D5-F328-E128-4784-0C92F338042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5103340" y="45678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5838570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7470437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Avenir Next" panose="020B0503020202020204" pitchFamily="34" charset="0"/>
              </a:rPr>
              <a:t>DNS Name Resolution</a:t>
            </a:r>
          </a:p>
        </p:txBody>
      </p:sp>
      <p:pic>
        <p:nvPicPr>
          <p:cNvPr id="6" name="Content Placeholder 6">
            <a:extLst>
              <a:ext uri="{FF2B5EF4-FFF2-40B4-BE49-F238E27FC236}">
                <a16:creationId xmlns:a16="http://schemas.microsoft.com/office/drawing/2014/main" id="{7441CC9D-CB07-8088-6771-75728FCD4815}"/>
              </a:ext>
            </a:extLst>
          </p:cNvPr>
          <p:cNvPicPr>
            <a:picLocks noGrp="1" noChangeAspect="1"/>
          </p:cNvPicPr>
          <p:nvPr>
            <p:ph idx="1"/>
            <p:custDataLst>
              <p:tags r:id="rId3"/>
            </p:custDataLst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2651" y="1841122"/>
            <a:ext cx="7886699" cy="4320342"/>
          </a:xfrm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44F49BA7-B734-9709-1CC0-DDEBB4EC51C9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2722606" y="47202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E73E32D5-F328-E128-4784-0C92F338042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5103340" y="4567846"/>
            <a:ext cx="1985319" cy="304800"/>
          </a:xfrm>
          <a:prstGeom prst="roundRect">
            <a:avLst/>
          </a:prstGeom>
          <a:solidFill>
            <a:srgbClr val="00B050"/>
          </a:solidFill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www.unixwiz.net</a:t>
            </a:r>
            <a:endParaRPr lang="en-US" dirty="0">
              <a:solidFill>
                <a:schemeClr val="tx1"/>
              </a:solidFill>
              <a:latin typeface="Roboto Medium" panose="02000000000000000000" pitchFamily="2" charset="0"/>
              <a:ea typeface="Roboto Medium" panose="02000000000000000000" pitchFamily="2" charset="0"/>
              <a:cs typeface="Roboto Medium" panose="02000000000000000000" pitchFamily="2" charset="0"/>
            </a:endParaRP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F8889997-A128-4CE0-73D0-C8AA279DC0F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6334897" y="4872647"/>
            <a:ext cx="3704452" cy="1379873"/>
          </a:xfrm>
          <a:prstGeom prst="round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/* Authority section */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unixwiz.net.        IN  NS cs.unixwiz.net.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                   IN  NS linux.unixwiz.net.</a:t>
            </a:r>
          </a:p>
          <a:p>
            <a:pPr algn="ctr"/>
            <a:endParaRPr lang="en-US" sz="1200" b="1" dirty="0">
              <a:solidFill>
                <a:schemeClr val="bg1"/>
              </a:solidFill>
              <a:latin typeface="Roboto Black" panose="02000000000000000000" pitchFamily="2" charset="0"/>
              <a:ea typeface="Roboto Black" panose="02000000000000000000" pitchFamily="2" charset="0"/>
              <a:cs typeface="Roboto Black" panose="02000000000000000000" pitchFamily="2" charset="0"/>
            </a:endParaRP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/* Additional section - "glue" records */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cs.unixwiz.net.     IN  A  8.7.25.94</a:t>
            </a:r>
          </a:p>
          <a:p>
            <a:pPr algn="ctr"/>
            <a:r>
              <a:rPr lang="en-US" sz="12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linux.unixwiz.net.  IN  A  64.170.162.98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8106228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0" y="0"/>
            <a:ext cx="6705599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Inherent Weakness of DNS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3600" dirty="0">
                <a:latin typeface="Avenir Next" panose="020B0503020202020204" pitchFamily="34" charset="0"/>
              </a:rPr>
              <a:t>Users typically trust the host-address mapping provided by the DNS </a:t>
            </a:r>
          </a:p>
          <a:p>
            <a:pPr lvl="1"/>
            <a:r>
              <a:rPr 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  <a:t>What can go wrong with bad DNS information?</a:t>
            </a:r>
          </a:p>
          <a:p>
            <a:endParaRPr lang="en-US" sz="3600" dirty="0">
              <a:latin typeface="Avenir Next" panose="020B0503020202020204" pitchFamily="34" charset="0"/>
            </a:endParaRPr>
          </a:p>
          <a:p>
            <a:r>
              <a:rPr lang="en-US" sz="3600" dirty="0">
                <a:latin typeface="Avenir Next" panose="020B0503020202020204" pitchFamily="34" charset="0"/>
              </a:rPr>
              <a:t>DNS resolvers trust responses received after sending out queries</a:t>
            </a:r>
          </a:p>
          <a:p>
            <a:pPr lvl="1"/>
            <a:r>
              <a:rPr 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  <a:t>How can one exploit this?</a:t>
            </a:r>
            <a:r>
              <a:rPr lang="en-US" sz="3200" dirty="0">
                <a:latin typeface="Avenir Next" panose="020B0503020202020204" pitchFamily="34" charset="0"/>
              </a:rPr>
              <a:t>  </a:t>
            </a:r>
          </a:p>
          <a:p>
            <a:endParaRPr lang="en-US" sz="3600" dirty="0">
              <a:latin typeface="Avenir Next" panose="020B0503020202020204" pitchFamily="34" charset="0"/>
            </a:endParaRPr>
          </a:p>
          <a:p>
            <a:r>
              <a:rPr lang="en-US" sz="3600" b="1" dirty="0">
                <a:latin typeface="Avenir Next" panose="020B0503020202020204" pitchFamily="34" charset="0"/>
              </a:rPr>
              <a:t>Root of all evil</a:t>
            </a:r>
            <a:r>
              <a:rPr lang="en-US" sz="3600" dirty="0">
                <a:latin typeface="Avenir Next" panose="020B0503020202020204" pitchFamily="34" charset="0"/>
              </a:rPr>
              <a:t>:</a:t>
            </a:r>
          </a:p>
          <a:p>
            <a:pPr lvl="1"/>
            <a:r>
              <a:rPr lang="en-US" sz="3200" b="1" i="1" u="sng" dirty="0">
                <a:latin typeface="Avenir Next" panose="020B0503020202020204" pitchFamily="34" charset="0"/>
              </a:rPr>
              <a:t>No authentication for DNS responses 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7344665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0" y="0"/>
            <a:ext cx="853440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Threat Model and Attacker Goals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FC1E04D6-6F3A-32CC-07CB-2F33AF171BE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866" y="2547066"/>
            <a:ext cx="1180314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CB4FB4B5-D261-5A32-9274-AE1591643B1A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12607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7267586-7B8E-D97D-4A8A-8EDB90CBAFF5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339" y="2547067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F6A9CA5-778F-D7D6-06E1-8EE1FE0D230E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3973942" y="3070140"/>
            <a:ext cx="17288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CB0DBF2-D77B-9C2D-5860-9D0F5D9547D4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5" y="4590844"/>
            <a:ext cx="1958577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296C6A5F-EDC2-1CBA-AF53-455309F1D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728BAA64-FE10-4020-8D16-EF9DEB3EE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A546313-E7A8-AE01-FA29-5816E085CD4E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252726" y="1996436"/>
            <a:ext cx="2428802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85E0E49-D36F-D29D-8170-A8D5A7D4D69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531" y="1709744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8D9F28F4-E7E2-D4A1-C8CB-8181BFF0ED32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0778" y="1773801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4AD3C22A-8D8C-E1A4-5B79-CDD695C62A8C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181834" y="5558290"/>
            <a:ext cx="107901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2F3DB9-1AB5-0A12-5136-BFCEBA006DC3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889246" y="5558290"/>
            <a:ext cx="1543148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4413272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0" y="0"/>
            <a:ext cx="853440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Threat Model and Attacker Goals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FC1E04D6-6F3A-32CC-07CB-2F33AF171BE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866" y="2547066"/>
            <a:ext cx="1180314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CB4FB4B5-D261-5A32-9274-AE1591643B1A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12607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7267586-7B8E-D97D-4A8A-8EDB90CBAFF5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339" y="2547067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F6A9CA5-778F-D7D6-06E1-8EE1FE0D230E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3973942" y="3070140"/>
            <a:ext cx="17288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CB0DBF2-D77B-9C2D-5860-9D0F5D9547D4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5" y="4590844"/>
            <a:ext cx="1958577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296C6A5F-EDC2-1CBA-AF53-455309F1D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728BAA64-FE10-4020-8D16-EF9DEB3EE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A546313-E7A8-AE01-FA29-5816E085CD4E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252726" y="1996436"/>
            <a:ext cx="2428802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85E0E49-D36F-D29D-8170-A8D5A7D4D69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531" y="1709744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8D9F28F4-E7E2-D4A1-C8CB-8181BFF0ED32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0778" y="1773801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3DE1F8D1-844E-5ECF-26A1-58D2000D11F9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4" y="1728298"/>
            <a:ext cx="2107433" cy="614083"/>
          </a:xfrm>
          <a:prstGeom prst="wedgeRectCallout">
            <a:avLst>
              <a:gd name="adj1" fmla="val 13478"/>
              <a:gd name="adj2" fmla="val 8074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D3C22A-8D8C-E1A4-5B79-CDD695C62A8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181834" y="5558290"/>
            <a:ext cx="107901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2F3DB9-1AB5-0A12-5136-BFCEBA006DC3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889246" y="5558290"/>
            <a:ext cx="1543148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4086444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0" y="0"/>
            <a:ext cx="853440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Threat Model and Attacker Goals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FC1E04D6-6F3A-32CC-07CB-2F33AF171BE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866" y="2547066"/>
            <a:ext cx="1180314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CB4FB4B5-D261-5A32-9274-AE1591643B1A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12607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7267586-7B8E-D97D-4A8A-8EDB90CBAFF5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339" y="2547067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F6A9CA5-778F-D7D6-06E1-8EE1FE0D230E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3973942" y="3070140"/>
            <a:ext cx="17288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CB0DBF2-D77B-9C2D-5860-9D0F5D9547D4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5" y="4590844"/>
            <a:ext cx="1958577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296C6A5F-EDC2-1CBA-AF53-455309F1D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728BAA64-FE10-4020-8D16-EF9DEB3EE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A546313-E7A8-AE01-FA29-5816E085CD4E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252726" y="1996436"/>
            <a:ext cx="2428802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85E0E49-D36F-D29D-8170-A8D5A7D4D69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531" y="1709744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8D9F28F4-E7E2-D4A1-C8CB-8181BFF0ED32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0778" y="1773801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3DE1F8D1-844E-5ECF-26A1-58D2000D11F9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4" y="1728298"/>
            <a:ext cx="2107433" cy="614083"/>
          </a:xfrm>
          <a:prstGeom prst="wedgeRectCallout">
            <a:avLst>
              <a:gd name="adj1" fmla="val 13478"/>
              <a:gd name="adj2" fmla="val 8074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D3C22A-8D8C-E1A4-5B79-CDD695C62A8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181834" y="5558290"/>
            <a:ext cx="107901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2F3DB9-1AB5-0A12-5136-BFCEBA006DC3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889246" y="5558290"/>
            <a:ext cx="1543148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D4978777-E759-F954-C9E4-A1A541C51016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>
            <a:off x="3022945" y="2770059"/>
            <a:ext cx="1673878" cy="897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1640D9A6-54F3-9B27-D1DC-41410BF2FD52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4204143" y="2973185"/>
            <a:ext cx="442315" cy="22524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7A6A4ECE-F2E4-3957-C9C7-DAD33027A60C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>
            <a:off x="2550958" y="3506322"/>
            <a:ext cx="5729" cy="1005213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B9DDC326-78C6-AE5A-2E6E-464FD9B29184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 flipV="1">
            <a:off x="4986343" y="2476415"/>
            <a:ext cx="1226199" cy="29962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003EEAE4-8113-DAD6-59D3-DE3432FDC010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 flipH="1">
            <a:off x="4961044" y="2703979"/>
            <a:ext cx="1215638" cy="296846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788828916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0" y="0"/>
            <a:ext cx="853440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Threat Model and Attacker Goals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FC1E04D6-6F3A-32CC-07CB-2F33AF171BE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866" y="2547066"/>
            <a:ext cx="1180314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CB4FB4B5-D261-5A32-9274-AE1591643B1A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12607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7267586-7B8E-D97D-4A8A-8EDB90CBAFF5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339" y="2547067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F6A9CA5-778F-D7D6-06E1-8EE1FE0D230E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3973942" y="3070140"/>
            <a:ext cx="17288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CB0DBF2-D77B-9C2D-5860-9D0F5D9547D4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5" y="4590844"/>
            <a:ext cx="1958577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296C6A5F-EDC2-1CBA-AF53-455309F1D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728BAA64-FE10-4020-8D16-EF9DEB3EE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A546313-E7A8-AE01-FA29-5816E085CD4E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252726" y="1996436"/>
            <a:ext cx="2428802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85E0E49-D36F-D29D-8170-A8D5A7D4D69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531" y="1709744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8D9F28F4-E7E2-D4A1-C8CB-8181BFF0ED32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0778" y="1773801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3DE1F8D1-844E-5ECF-26A1-58D2000D11F9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4" y="1728298"/>
            <a:ext cx="2107433" cy="614083"/>
          </a:xfrm>
          <a:prstGeom prst="wedgeRectCallout">
            <a:avLst>
              <a:gd name="adj1" fmla="val 13478"/>
              <a:gd name="adj2" fmla="val 8074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D3C22A-8D8C-E1A4-5B79-CDD695C62A8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181834" y="5558290"/>
            <a:ext cx="107901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2F3DB9-1AB5-0A12-5136-BFCEBA006DC3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889246" y="5558290"/>
            <a:ext cx="1543148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sp>
        <p:nvSpPr>
          <p:cNvPr id="19" name="Cloud Callout 18">
            <a:extLst>
              <a:ext uri="{FF2B5EF4-FFF2-40B4-BE49-F238E27FC236}">
                <a16:creationId xmlns:a16="http://schemas.microsoft.com/office/drawing/2014/main" id="{1F4CB265-95B0-1EC7-CFB2-A20A2BC04918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5211054" y="3480807"/>
            <a:ext cx="3217088" cy="2112682"/>
          </a:xfrm>
          <a:prstGeom prst="cloudCallout">
            <a:avLst>
              <a:gd name="adj1" fmla="val -58626"/>
              <a:gd name="adj2" fmla="val 6701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I want to add a record to that local </a:t>
            </a:r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r>
              <a:rPr lang="en-US" sz="1500" dirty="0">
                <a:latin typeface="Avenir Next" panose="020B0503020202020204" pitchFamily="34" charset="0"/>
              </a:rPr>
              <a:t> that directs www.bofa.com </a:t>
            </a:r>
            <a:r>
              <a:rPr lang="en-US" sz="1500" dirty="0">
                <a:latin typeface="Avenir Next" panose="020B0503020202020204" pitchFamily="34" charset="0"/>
                <a:sym typeface="Wingdings" panose="05000000000000000000" pitchFamily="2" charset="2"/>
              </a:rPr>
              <a:t> 6.6.6.6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D4978777-E759-F954-C9E4-A1A541C51016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>
            <a:off x="3022945" y="2770059"/>
            <a:ext cx="1673878" cy="897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1640D9A6-54F3-9B27-D1DC-41410BF2FD52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4204143" y="2973185"/>
            <a:ext cx="442315" cy="22524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7A6A4ECE-F2E4-3957-C9C7-DAD33027A60C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>
            <a:off x="2550958" y="3506322"/>
            <a:ext cx="5729" cy="1005213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AFFC6D93-A2F5-DFC5-801E-0D309E1C8347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>
            <a:off x="2758002" y="3506322"/>
            <a:ext cx="1505707" cy="1097777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B9DDC326-78C6-AE5A-2E6E-464FD9B29184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4986343" y="2476415"/>
            <a:ext cx="1226199" cy="29962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003EEAE4-8113-DAD6-59D3-DE3432FDC010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H="1">
            <a:off x="4961044" y="2703979"/>
            <a:ext cx="1215638" cy="296846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4957483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0" y="0"/>
            <a:ext cx="8534400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Threat Model and Attacker Goals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FC1E04D6-6F3A-32CC-07CB-2F33AF171BE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866" y="2547066"/>
            <a:ext cx="1180314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CB4FB4B5-D261-5A32-9274-AE1591643B1A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12607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F7267586-7B8E-D97D-4A8A-8EDB90CBAFF5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339" y="2547067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F6A9CA5-778F-D7D6-06E1-8EE1FE0D230E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3973942" y="3070140"/>
            <a:ext cx="17288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CB0DBF2-D77B-9C2D-5860-9D0F5D9547D4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5" y="4590844"/>
            <a:ext cx="1958577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296C6A5F-EDC2-1CBA-AF53-455309F1D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728BAA64-FE10-4020-8D16-EF9DEB3EE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A546313-E7A8-AE01-FA29-5816E085CD4E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252726" y="1996436"/>
            <a:ext cx="2428802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485E0E49-D36F-D29D-8170-A8D5A7D4D69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531" y="1709744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8D9F28F4-E7E2-D4A1-C8CB-8181BFF0ED32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0778" y="1773801"/>
            <a:ext cx="721203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3DE1F8D1-844E-5ECF-26A1-58D2000D11F9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4" y="1728298"/>
            <a:ext cx="2107433" cy="614083"/>
          </a:xfrm>
          <a:prstGeom prst="wedgeRectCallout">
            <a:avLst>
              <a:gd name="adj1" fmla="val 13478"/>
              <a:gd name="adj2" fmla="val 8074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D3C22A-8D8C-E1A4-5B79-CDD695C62A8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181834" y="5558290"/>
            <a:ext cx="107901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52F3DB9-1AB5-0A12-5136-BFCEBA006DC3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889246" y="5558290"/>
            <a:ext cx="1543148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sp>
        <p:nvSpPr>
          <p:cNvPr id="19" name="Cloud Callout 18">
            <a:extLst>
              <a:ext uri="{FF2B5EF4-FFF2-40B4-BE49-F238E27FC236}">
                <a16:creationId xmlns:a16="http://schemas.microsoft.com/office/drawing/2014/main" id="{1F4CB265-95B0-1EC7-CFB2-A20A2BC04918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5211054" y="3480807"/>
            <a:ext cx="3217088" cy="2112682"/>
          </a:xfrm>
          <a:prstGeom prst="cloudCallout">
            <a:avLst>
              <a:gd name="adj1" fmla="val -58626"/>
              <a:gd name="adj2" fmla="val 6701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I want to add a record to that local </a:t>
            </a:r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r>
              <a:rPr lang="en-US" sz="1500" dirty="0">
                <a:latin typeface="Avenir Next" panose="020B0503020202020204" pitchFamily="34" charset="0"/>
              </a:rPr>
              <a:t> that directs www.bofa.com </a:t>
            </a:r>
            <a:r>
              <a:rPr lang="en-US" sz="1500" dirty="0">
                <a:latin typeface="Avenir Next" panose="020B0503020202020204" pitchFamily="34" charset="0"/>
                <a:sym typeface="Wingdings" panose="05000000000000000000" pitchFamily="2" charset="2"/>
              </a:rPr>
              <a:t> 6.6.6.6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D4978777-E759-F954-C9E4-A1A541C51016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>
            <a:off x="3022945" y="2770059"/>
            <a:ext cx="1673878" cy="897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1640D9A6-54F3-9B27-D1DC-41410BF2FD52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4204143" y="2973185"/>
            <a:ext cx="442315" cy="22524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7A6A4ECE-F2E4-3957-C9C7-DAD33027A60C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>
            <a:off x="2550958" y="3506322"/>
            <a:ext cx="5729" cy="1005213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AFFC6D93-A2F5-DFC5-801E-0D309E1C8347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>
            <a:off x="2758002" y="3506322"/>
            <a:ext cx="1505707" cy="1097777"/>
          </a:xfrm>
          <a:prstGeom prst="straightConnector1">
            <a:avLst/>
          </a:prstGeom>
          <a:ln w="57150">
            <a:solidFill>
              <a:srgbClr val="FF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B9DDC326-78C6-AE5A-2E6E-464FD9B29184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4986343" y="2476415"/>
            <a:ext cx="1226199" cy="29962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003EEAE4-8113-DAD6-59D3-DE3432FDC010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H="1">
            <a:off x="4961044" y="2703979"/>
            <a:ext cx="1215638" cy="296846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A2A7AE67-3E08-70B6-845F-E456E49649E9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8289368" y="3236108"/>
            <a:ext cx="3834868" cy="2550853"/>
          </a:xfrm>
          <a:prstGeom prst="rect">
            <a:avLst/>
          </a:prstGeom>
        </p:spPr>
        <p:txBody>
          <a:bodyPr/>
          <a:lstStyle>
            <a:lvl1pPr marL="320040" indent="-320040" algn="l" rtl="0" eaLnBrk="1" latinLnBrk="0" hangingPunct="1">
              <a:spcBef>
                <a:spcPts val="700"/>
              </a:spcBef>
              <a:buClr>
                <a:schemeClr val="accent2"/>
              </a:buClr>
              <a:buSzPct val="60000"/>
              <a:buFont typeface="Wingdings"/>
              <a:buChar char=""/>
              <a:defRPr kumimoji="0" sz="2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40080" indent="-274320" algn="l" rtl="0" eaLnBrk="1" latinLnBrk="0" hangingPunct="1">
              <a:spcBef>
                <a:spcPts val="550"/>
              </a:spcBef>
              <a:buClr>
                <a:schemeClr val="accent1"/>
              </a:buClr>
              <a:buSzPct val="70000"/>
              <a:buFont typeface="Wingdings 2"/>
              <a:buChar char=""/>
              <a:defRPr kumimoji="0" sz="2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-228600" algn="l" rtl="0" eaLnBrk="1" latinLnBrk="0" hangingPunct="1">
              <a:spcBef>
                <a:spcPts val="500"/>
              </a:spcBef>
              <a:buClr>
                <a:schemeClr val="accent2"/>
              </a:buClr>
              <a:buSzPct val="75000"/>
              <a:buFont typeface="Wingdings"/>
              <a:buChar char=""/>
              <a:defRPr kumimoji="0" sz="2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-228600" algn="l" rtl="0" eaLnBrk="1" latinLnBrk="0" hangingPunct="1">
              <a:spcBef>
                <a:spcPts val="400"/>
              </a:spcBef>
              <a:buClr>
                <a:schemeClr val="accent3"/>
              </a:buClr>
              <a:buSzPct val="75000"/>
              <a:buFont typeface="Wingdings"/>
              <a:buChar char="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-228600" algn="l" rtl="0" eaLnBrk="1" latinLnBrk="0" hangingPunct="1">
              <a:spcBef>
                <a:spcPts val="400"/>
              </a:spcBef>
              <a:buClr>
                <a:schemeClr val="accent4"/>
              </a:buClr>
              <a:buSzPct val="65000"/>
              <a:buFont typeface="Wingdings"/>
              <a:buChar char="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103120" indent="-228600" algn="l" rtl="0" eaLnBrk="1" latinLnBrk="0" hangingPunct="1">
              <a:spcBef>
                <a:spcPct val="20000"/>
              </a:spcBef>
              <a:buClr>
                <a:schemeClr val="accent1"/>
              </a:buClr>
              <a:buFont typeface="Wingdings"/>
              <a:buChar char="§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77440" indent="-228600" algn="l" rtl="0" eaLnBrk="1" latinLnBrk="0" hangingPunct="1">
              <a:spcBef>
                <a:spcPct val="20000"/>
              </a:spcBef>
              <a:buClr>
                <a:schemeClr val="accent2"/>
              </a:buClr>
              <a:buFont typeface="Wingdings"/>
              <a:buChar char="§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51760" indent="-22860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"/>
              <a:buChar char="§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26080" indent="-22860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"/>
              <a:buChar char="§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175" dirty="0">
                <a:latin typeface="Avenir Next" panose="020B0503020202020204" pitchFamily="34" charset="0"/>
              </a:rPr>
              <a:t>Active attacker, may send DNS packets</a:t>
            </a:r>
          </a:p>
          <a:p>
            <a:r>
              <a:rPr lang="en-US" sz="2175" dirty="0">
                <a:latin typeface="Avenir Next" panose="020B0503020202020204" pitchFamily="34" charset="0"/>
              </a:rPr>
              <a:t>Remote attacker, may not eavesdrop</a:t>
            </a:r>
          </a:p>
          <a:p>
            <a:r>
              <a:rPr lang="en-US" sz="2175" dirty="0">
                <a:latin typeface="Avenir Next" panose="020B0503020202020204" pitchFamily="34" charset="0"/>
              </a:rPr>
              <a:t>Attacker may control their own domains and DNS servers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6966636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6758516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User side attack - Pharming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4000" b="1" dirty="0">
                <a:latin typeface="Avenir Next" panose="020B0503020202020204" pitchFamily="34" charset="0"/>
              </a:rPr>
              <a:t>Exploit DNS poisoning attack 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Change IP addresses to redirect URLs to bad sites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Potentially more dangerous than phishing attacks </a:t>
            </a:r>
          </a:p>
          <a:p>
            <a:pPr lvl="1"/>
            <a:endParaRPr lang="en-US" sz="3600" dirty="0">
              <a:latin typeface="Avenir Next" panose="020B0503020202020204" pitchFamily="34" charset="0"/>
            </a:endParaRPr>
          </a:p>
          <a:p>
            <a:r>
              <a:rPr lang="en-US" sz="4000" b="1" dirty="0">
                <a:latin typeface="Avenir Next" panose="020B0503020202020204" pitchFamily="34" charset="0"/>
              </a:rPr>
              <a:t>DNS poisoning attacks are not uncommon: 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January 2005, the domain name for a large New York ISP, </a:t>
            </a:r>
            <a:r>
              <a:rPr lang="en-US" sz="3600" dirty="0" err="1">
                <a:latin typeface="Avenir Next" panose="020B0503020202020204" pitchFamily="34" charset="0"/>
              </a:rPr>
              <a:t>Panix</a:t>
            </a:r>
            <a:r>
              <a:rPr lang="en-US" sz="3600" dirty="0">
                <a:latin typeface="Avenir Next" panose="020B0503020202020204" pitchFamily="34" charset="0"/>
              </a:rPr>
              <a:t>, was hijacked to a site in Australia</a:t>
            </a:r>
          </a:p>
          <a:p>
            <a:pPr lvl="1"/>
            <a:r>
              <a:rPr lang="en-US" sz="3600" dirty="0">
                <a:latin typeface="Avenir Next" panose="020B0503020202020204" pitchFamily="34" charset="0"/>
              </a:rPr>
              <a:t>November 2004, Google and Amazon users were sent to Med Network Inc., an online pharmacy </a:t>
            </a:r>
            <a:endParaRPr lang="en-US" sz="4800" dirty="0"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1317871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549449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pPr>
              <a:lnSpc>
                <a:spcPct val="120000"/>
              </a:lnSpc>
              <a:buFont typeface="Times" charset="0"/>
              <a:buChar char="•"/>
              <a:defRPr/>
            </a:pPr>
            <a:r>
              <a:rPr lang="en-US" sz="3200" dirty="0">
                <a:latin typeface="Avenir Next" panose="020B0503020202020204" pitchFamily="34" charset="0"/>
                <a:ea typeface="ＭＳ Ｐゴシック" charset="0"/>
              </a:rPr>
              <a:t>Attacker wants his IP address returned for a DNS query</a:t>
            </a:r>
          </a:p>
          <a:p>
            <a:pPr>
              <a:lnSpc>
                <a:spcPct val="120000"/>
              </a:lnSpc>
              <a:buFont typeface="Times" charset="0"/>
              <a:buChar char="•"/>
              <a:defRPr/>
            </a:pPr>
            <a:r>
              <a:rPr lang="en-US" sz="3200" dirty="0">
                <a:latin typeface="Avenir Next" panose="020B0503020202020204" pitchFamily="34" charset="0"/>
                <a:ea typeface="ＭＳ Ｐゴシック" charset="0"/>
              </a:rPr>
              <a:t>When the resolver asks </a:t>
            </a:r>
            <a:r>
              <a:rPr lang="en-US" sz="3200" b="1" dirty="0">
                <a:solidFill>
                  <a:srgbClr val="FF0000"/>
                </a:solidFill>
                <a:latin typeface="Avenir Next" panose="020B0503020202020204" pitchFamily="34" charset="0"/>
                <a:ea typeface="ＭＳ Ｐゴシック" charset="0"/>
              </a:rPr>
              <a:t>ns1.google.com</a:t>
            </a:r>
            <a:r>
              <a:rPr lang="en-US" sz="3200" dirty="0">
                <a:latin typeface="Avenir Next" panose="020B0503020202020204" pitchFamily="34" charset="0"/>
                <a:ea typeface="ＭＳ Ｐゴシック" charset="0"/>
              </a:rPr>
              <a:t> for 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  <a:ea typeface="ＭＳ Ｐゴシック" charset="0"/>
              </a:rPr>
              <a:t>www.google.com</a:t>
            </a:r>
            <a:r>
              <a:rPr lang="en-US" sz="3200" dirty="0">
                <a:latin typeface="Avenir Next" panose="020B0503020202020204" pitchFamily="34" charset="0"/>
                <a:ea typeface="ＭＳ Ｐゴシック" charset="0"/>
              </a:rPr>
              <a:t>, the attacker could reply first, </a:t>
            </a:r>
            <a:br>
              <a:rPr lang="en-US" sz="3200" dirty="0">
                <a:latin typeface="Avenir Next" panose="020B0503020202020204" pitchFamily="34" charset="0"/>
                <a:ea typeface="ＭＳ Ｐゴシック" charset="0"/>
              </a:rPr>
            </a:br>
            <a:r>
              <a:rPr lang="en-US" sz="3200" dirty="0">
                <a:latin typeface="Avenir Next" panose="020B0503020202020204" pitchFamily="34" charset="0"/>
                <a:ea typeface="ＭＳ Ｐゴシック" charset="0"/>
              </a:rPr>
              <a:t>with his own IP</a:t>
            </a:r>
          </a:p>
          <a:p>
            <a:pPr>
              <a:lnSpc>
                <a:spcPct val="120000"/>
              </a:lnSpc>
              <a:buFont typeface="Times" charset="0"/>
              <a:buChar char="•"/>
              <a:defRPr/>
            </a:pPr>
            <a:r>
              <a:rPr lang="en-US" sz="3200" b="1" dirty="0">
                <a:solidFill>
                  <a:srgbClr val="FF0000"/>
                </a:solidFill>
                <a:latin typeface="Avenir Next" panose="020B0503020202020204" pitchFamily="34" charset="0"/>
                <a:ea typeface="ＭＳ Ｐゴシック" charset="0"/>
              </a:rPr>
              <a:t>What is supposed to prevent this?</a:t>
            </a:r>
            <a:endParaRPr lang="en-US" sz="3200" dirty="0">
              <a:latin typeface="Avenir Next" panose="020B0503020202020204" pitchFamily="34" charset="0"/>
              <a:ea typeface="ＭＳ Ｐゴシック" charset="0"/>
            </a:endParaRPr>
          </a:p>
          <a:p>
            <a:pPr>
              <a:lnSpc>
                <a:spcPct val="120000"/>
              </a:lnSpc>
              <a:buFont typeface="Times" charset="0"/>
              <a:buChar char="•"/>
              <a:defRPr/>
            </a:pPr>
            <a:r>
              <a:rPr lang="en-US" sz="3200" b="1" dirty="0">
                <a:latin typeface="Avenir Next" panose="020B0503020202020204" pitchFamily="34" charset="0"/>
                <a:ea typeface="ＭＳ Ｐゴシック" charset="0"/>
              </a:rPr>
              <a:t>Transaction or Query ID</a:t>
            </a:r>
          </a:p>
          <a:p>
            <a:pPr lvl="1">
              <a:lnSpc>
                <a:spcPct val="120000"/>
              </a:lnSpc>
              <a:defRPr/>
            </a:pPr>
            <a:r>
              <a:rPr lang="en-US" sz="2800" dirty="0">
                <a:latin typeface="Avenir Next" panose="020B0503020202020204" pitchFamily="34" charset="0"/>
                <a:ea typeface="ＭＳ Ｐゴシック" charset="0"/>
              </a:rPr>
              <a:t>16-bit random number</a:t>
            </a:r>
          </a:p>
          <a:p>
            <a:pPr lvl="1">
              <a:lnSpc>
                <a:spcPct val="120000"/>
              </a:lnSpc>
              <a:defRPr/>
            </a:pPr>
            <a:r>
              <a:rPr lang="en-US" sz="2800" dirty="0">
                <a:latin typeface="Avenir Next" panose="020B0503020202020204" pitchFamily="34" charset="0"/>
                <a:ea typeface="ＭＳ Ｐゴシック" charset="0"/>
              </a:rPr>
              <a:t>The real server knows the number, because it was contained in the query</a:t>
            </a:r>
          </a:p>
          <a:p>
            <a:pPr lvl="1">
              <a:lnSpc>
                <a:spcPct val="120000"/>
              </a:lnSpc>
              <a:defRPr/>
            </a:pPr>
            <a:r>
              <a:rPr lang="en-US" sz="2800" dirty="0">
                <a:latin typeface="Avenir Next" panose="020B0503020202020204" pitchFamily="34" charset="0"/>
                <a:ea typeface="ＭＳ Ｐゴシック" charset="0"/>
              </a:rPr>
              <a:t>The attacker has to guess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8871313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7870139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(contd.)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</a:pPr>
            <a:r>
              <a:rPr lang="en-US" altLang="en-US" sz="4000" dirty="0">
                <a:latin typeface="Avenir Next" panose="020B0503020202020204" pitchFamily="34" charset="0"/>
              </a:rPr>
              <a:t>Responding before the real DNS server</a:t>
            </a:r>
          </a:p>
          <a:p>
            <a:pPr lvl="1">
              <a:lnSpc>
                <a:spcPct val="100000"/>
              </a:lnSpc>
            </a:pPr>
            <a:r>
              <a:rPr lang="en-US" altLang="en-US" sz="3600" dirty="0">
                <a:latin typeface="Avenir Next" panose="020B0503020202020204" pitchFamily="34" charset="0"/>
              </a:rPr>
              <a:t>An attacker can guess when a DNS cache entry times out and a query has been sent, and provide a fake response.</a:t>
            </a:r>
          </a:p>
          <a:p>
            <a:pPr lvl="1">
              <a:lnSpc>
                <a:spcPct val="100000"/>
              </a:lnSpc>
            </a:pPr>
            <a:r>
              <a:rPr lang="en-US" altLang="en-US" sz="3600" dirty="0">
                <a:latin typeface="Avenir Next" panose="020B0503020202020204" pitchFamily="34" charset="0"/>
              </a:rPr>
              <a:t>The fake response will be accepted only when its 16-bit transaction ID matches the query</a:t>
            </a:r>
          </a:p>
          <a:p>
            <a:pPr lvl="1">
              <a:lnSpc>
                <a:spcPct val="100000"/>
              </a:lnSpc>
            </a:pPr>
            <a:r>
              <a:rPr lang="en-US" altLang="en-US" sz="3600" dirty="0">
                <a:latin typeface="Avenir Next" panose="020B0503020202020204" pitchFamily="34" charset="0"/>
              </a:rPr>
              <a:t>CERT reported in 1997 that BIND uses sequential transaction ID and is easily predicted</a:t>
            </a:r>
          </a:p>
          <a:p>
            <a:pPr lvl="2">
              <a:lnSpc>
                <a:spcPct val="100000"/>
              </a:lnSpc>
            </a:pPr>
            <a:r>
              <a:rPr lang="en-US" altLang="en-US" sz="3200" dirty="0">
                <a:latin typeface="Avenir Next" panose="020B0503020202020204" pitchFamily="34" charset="0"/>
              </a:rPr>
              <a:t>fixed by using random transaction IDs</a:t>
            </a:r>
            <a:endParaRPr lang="en-US" sz="4000" dirty="0">
              <a:latin typeface="Avenir Next" panose="020B0503020202020204" pitchFamily="34" charset="0"/>
              <a:ea typeface="ＭＳ Ｐゴシック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6359955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770877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(Racing)</a:t>
            </a:r>
          </a:p>
        </p:txBody>
      </p:sp>
      <p:pic>
        <p:nvPicPr>
          <p:cNvPr id="6" name="Picture 2">
            <a:extLst>
              <a:ext uri="{FF2B5EF4-FFF2-40B4-BE49-F238E27FC236}">
                <a16:creationId xmlns:a16="http://schemas.microsoft.com/office/drawing/2014/main" id="{FE6F5468-4313-BDCF-E32F-C86210EE93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2425" y="1229500"/>
            <a:ext cx="8947150" cy="472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3504703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Attack (1)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3600" i="1" dirty="0">
                <a:latin typeface="Avenir Next" panose="020B0503020202020204" pitchFamily="34" charset="0"/>
              </a:rPr>
              <a:t>By </a:t>
            </a:r>
            <a:r>
              <a:rPr lang="en-US" sz="3600" i="1" dirty="0" err="1">
                <a:latin typeface="Avenir Next" panose="020B0503020202020204" pitchFamily="34" charset="0"/>
              </a:rPr>
              <a:t>Schuba</a:t>
            </a:r>
            <a:r>
              <a:rPr lang="en-US" sz="3600" i="1" dirty="0">
                <a:latin typeface="Avenir Next" panose="020B0503020202020204" pitchFamily="34" charset="0"/>
              </a:rPr>
              <a:t> and Spafford in 1993 </a:t>
            </a:r>
          </a:p>
          <a:p>
            <a:r>
              <a:rPr lang="en-US" sz="3600" b="1" u="sng" dirty="0">
                <a:latin typeface="Avenir Next" panose="020B0503020202020204" pitchFamily="34" charset="0"/>
              </a:rPr>
              <a:t>Intuition:</a:t>
            </a:r>
            <a:r>
              <a:rPr lang="en-US" sz="3600" dirty="0">
                <a:latin typeface="Avenir Next" panose="020B0503020202020204" pitchFamily="34" charset="0"/>
              </a:rPr>
              <a:t> </a:t>
            </a:r>
            <a:r>
              <a:rPr lang="en-US" sz="3600" i="1" dirty="0">
                <a:latin typeface="Avenir Next" panose="020B0503020202020204" pitchFamily="34" charset="0"/>
              </a:rPr>
              <a:t>Predictable Query ID (QID)</a:t>
            </a:r>
          </a:p>
          <a:p>
            <a:r>
              <a:rPr lang="en-US" sz="3600" dirty="0">
                <a:latin typeface="Avenir Next" panose="020B0503020202020204" pitchFamily="34" charset="0"/>
              </a:rPr>
              <a:t>First, guess QID: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Ask (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dns.target.com</a:t>
            </a:r>
            <a:r>
              <a:rPr lang="en-US" sz="3200" dirty="0">
                <a:latin typeface="Avenir Next" panose="020B0503020202020204" pitchFamily="34" charset="0"/>
              </a:rPr>
              <a:t>) for </a:t>
            </a:r>
            <a:r>
              <a:rPr lang="en-US" sz="3200" dirty="0">
                <a:latin typeface="Avenir Next" panose="020B0503020202020204" pitchFamily="34" charset="0"/>
                <a:hlinkClick r:id="rId4"/>
              </a:rPr>
              <a:t>www.evil.org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Request is sent to 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dns.evil.org</a:t>
            </a:r>
            <a:r>
              <a:rPr lang="en-US" sz="3200" dirty="0">
                <a:latin typeface="Avenir Next" panose="020B0503020202020204" pitchFamily="34" charset="0"/>
              </a:rPr>
              <a:t> (get QID)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Attacker controls 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dns.evil.org</a:t>
            </a:r>
            <a:br>
              <a:rPr 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</a:br>
            <a:endParaRPr lang="en-US" sz="3200" dirty="0">
              <a:latin typeface="Avenir Next" panose="020B0503020202020204" pitchFamily="34" charset="0"/>
            </a:endParaRPr>
          </a:p>
          <a:p>
            <a:r>
              <a:rPr lang="en-US" sz="3600" dirty="0">
                <a:latin typeface="Avenir Next" panose="020B0503020202020204" pitchFamily="34" charset="0"/>
              </a:rPr>
              <a:t>Second, attack: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Ask (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dns.target.com</a:t>
            </a:r>
            <a:r>
              <a:rPr lang="en-US" sz="3200" dirty="0">
                <a:latin typeface="Avenir Next" panose="020B0503020202020204" pitchFamily="34" charset="0"/>
              </a:rPr>
              <a:t>) for </a:t>
            </a:r>
            <a:r>
              <a:rPr lang="en-US" sz="3200" dirty="0">
                <a:latin typeface="Avenir Next" panose="020B0503020202020204" pitchFamily="34" charset="0"/>
                <a:hlinkClick r:id="rId5"/>
              </a:rPr>
              <a:t>www.yahoo.com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Gives responses from 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dns.yahoo.com</a:t>
            </a:r>
            <a:r>
              <a:rPr lang="en-US" sz="3200" dirty="0">
                <a:latin typeface="Avenir Next" panose="020B0503020202020204" pitchFamily="34" charset="0"/>
              </a:rPr>
              <a:t> to the attackers chosen IP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0059657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98809857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7" name="Rectangular Callout 26">
            <a:extLst>
              <a:ext uri="{FF2B5EF4-FFF2-40B4-BE49-F238E27FC236}">
                <a16:creationId xmlns:a16="http://schemas.microsoft.com/office/drawing/2014/main" id="{549D63A6-445A-A534-7F25-D6214795CC0C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5256016" y="4446001"/>
            <a:ext cx="1704158" cy="614083"/>
          </a:xfrm>
          <a:prstGeom prst="wedgeRectCallout">
            <a:avLst>
              <a:gd name="adj1" fmla="val -67227"/>
              <a:gd name="adj2" fmla="val 1213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www.attacker.net?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0701700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7" name="Rectangular Callout 26">
            <a:extLst>
              <a:ext uri="{FF2B5EF4-FFF2-40B4-BE49-F238E27FC236}">
                <a16:creationId xmlns:a16="http://schemas.microsoft.com/office/drawing/2014/main" id="{549D63A6-445A-A534-7F25-D6214795CC0C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5256016" y="4446001"/>
            <a:ext cx="1704158" cy="614083"/>
          </a:xfrm>
          <a:prstGeom prst="wedgeRectCallout">
            <a:avLst>
              <a:gd name="adj1" fmla="val -67227"/>
              <a:gd name="adj2" fmla="val 1213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www.attacker.net?</a:t>
            </a: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7C6267E0-4985-2414-5C13-6789FF44EB09}"/>
              </a:ext>
            </a:extLst>
          </p:cNvPr>
          <p:cNvCxnSpPr>
            <a:stCxn id="7" idx="0"/>
          </p:cNvCxnSpPr>
          <p:nvPr>
            <p:custDataLst>
              <p:tags r:id="rId17"/>
            </p:custDataLst>
          </p:nvPr>
        </p:nvCxnSpPr>
        <p:spPr>
          <a:xfrm flipV="1">
            <a:off x="4643415" y="2728063"/>
            <a:ext cx="1251861" cy="191582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D31A80B4-01B4-6451-147F-212F5C0DE8F7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>
            <a:off x="6260908" y="2661859"/>
            <a:ext cx="1531227" cy="211224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9DC3599-354E-E746-168A-3F670327BD14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2027203-9FFB-F645-D34E-922078F7D194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52929668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5" name="Rectangular Callout 24">
            <a:extLst>
              <a:ext uri="{FF2B5EF4-FFF2-40B4-BE49-F238E27FC236}">
                <a16:creationId xmlns:a16="http://schemas.microsoft.com/office/drawing/2014/main" id="{2F1EE666-483A-1C10-8285-508798D3E8C0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7759057" y="2764344"/>
            <a:ext cx="2850232" cy="1853023"/>
          </a:xfrm>
          <a:prstGeom prst="wedgeRectCallout">
            <a:avLst>
              <a:gd name="adj1" fmla="val -41711"/>
              <a:gd name="adj2" fmla="val 71574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B94976-85DC-11F7-142A-6521AC06AC24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7843177" y="2870441"/>
          <a:ext cx="2685860" cy="169164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www.attacker.net?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www.attacker.net 128.1.2.0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www.bofa.com 6.6.6.6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7" name="Rectangular Callout 26">
            <a:extLst>
              <a:ext uri="{FF2B5EF4-FFF2-40B4-BE49-F238E27FC236}">
                <a16:creationId xmlns:a16="http://schemas.microsoft.com/office/drawing/2014/main" id="{549D63A6-445A-A534-7F25-D6214795CC0C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5256016" y="4446001"/>
            <a:ext cx="1704158" cy="614083"/>
          </a:xfrm>
          <a:prstGeom prst="wedgeRectCallout">
            <a:avLst>
              <a:gd name="adj1" fmla="val -67227"/>
              <a:gd name="adj2" fmla="val 1213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www.attacker.net?</a:t>
            </a: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7C6267E0-4985-2414-5C13-6789FF44EB09}"/>
              </a:ext>
            </a:extLst>
          </p:cNvPr>
          <p:cNvCxnSpPr>
            <a:stCxn id="7" idx="0"/>
          </p:cNvCxnSpPr>
          <p:nvPr>
            <p:custDataLst>
              <p:tags r:id="rId19"/>
            </p:custDataLst>
          </p:nvPr>
        </p:nvCxnSpPr>
        <p:spPr>
          <a:xfrm flipV="1">
            <a:off x="4643415" y="2728063"/>
            <a:ext cx="1251861" cy="191582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D31A80B4-01B4-6451-147F-212F5C0DE8F7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>
            <a:off x="6260908" y="2661859"/>
            <a:ext cx="1531227" cy="211224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9DC3599-354E-E746-168A-3F670327BD14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2027203-9FFB-F645-D34E-922078F7D194}"/>
              </a:ext>
            </a:extLst>
          </p:cNvPr>
          <p:cNvCxnSpPr/>
          <p:nvPr>
            <p:custDataLst>
              <p:tags r:id="rId22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013723410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5" name="Rectangular Callout 24">
            <a:extLst>
              <a:ext uri="{FF2B5EF4-FFF2-40B4-BE49-F238E27FC236}">
                <a16:creationId xmlns:a16="http://schemas.microsoft.com/office/drawing/2014/main" id="{2F1EE666-483A-1C10-8285-508798D3E8C0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7759057" y="2764344"/>
            <a:ext cx="2850232" cy="1853023"/>
          </a:xfrm>
          <a:prstGeom prst="wedgeRectCallout">
            <a:avLst>
              <a:gd name="adj1" fmla="val -41711"/>
              <a:gd name="adj2" fmla="val 71574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B94976-85DC-11F7-142A-6521AC06AC24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7843177" y="2870441"/>
          <a:ext cx="2685860" cy="169164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www.attacker.net?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www.attacker.net 128.1.2.0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www.bofa.com 6.6.6.6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7" name="Rectangular Callout 26">
            <a:extLst>
              <a:ext uri="{FF2B5EF4-FFF2-40B4-BE49-F238E27FC236}">
                <a16:creationId xmlns:a16="http://schemas.microsoft.com/office/drawing/2014/main" id="{549D63A6-445A-A534-7F25-D6214795CC0C}"/>
              </a:ext>
            </a:extLst>
          </p:cNvPr>
          <p:cNvSpPr/>
          <p:nvPr>
            <p:custDataLst>
              <p:tags r:id="rId18"/>
            </p:custDataLst>
          </p:nvPr>
        </p:nvSpPr>
        <p:spPr>
          <a:xfrm>
            <a:off x="5256016" y="4446001"/>
            <a:ext cx="1704158" cy="614083"/>
          </a:xfrm>
          <a:prstGeom prst="wedgeRectCallout">
            <a:avLst>
              <a:gd name="adj1" fmla="val -67227"/>
              <a:gd name="adj2" fmla="val 1213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www.attacker.net?</a:t>
            </a: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7C6267E0-4985-2414-5C13-6789FF44EB09}"/>
              </a:ext>
            </a:extLst>
          </p:cNvPr>
          <p:cNvCxnSpPr>
            <a:stCxn id="7" idx="0"/>
          </p:cNvCxnSpPr>
          <p:nvPr>
            <p:custDataLst>
              <p:tags r:id="rId19"/>
            </p:custDataLst>
          </p:nvPr>
        </p:nvCxnSpPr>
        <p:spPr>
          <a:xfrm flipV="1">
            <a:off x="4643415" y="2728063"/>
            <a:ext cx="1251861" cy="191582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D31A80B4-01B4-6451-147F-212F5C0DE8F7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>
            <a:off x="6260908" y="2661859"/>
            <a:ext cx="1531227" cy="2112248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F690FB77-5CB5-DC0B-7DB9-767755584B6D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 flipH="1" flipV="1">
            <a:off x="6096001" y="2727977"/>
            <a:ext cx="1462330" cy="2025065"/>
          </a:xfrm>
          <a:prstGeom prst="straightConnector1">
            <a:avLst/>
          </a:prstGeom>
          <a:ln w="5715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Picture 30">
            <a:extLst>
              <a:ext uri="{FF2B5EF4-FFF2-40B4-BE49-F238E27FC236}">
                <a16:creationId xmlns:a16="http://schemas.microsoft.com/office/drawing/2014/main" id="{2B0BEE1A-BAF1-8EF7-1AB2-C598198404C8}"/>
              </a:ext>
            </a:extLst>
          </p:cNvPr>
          <p:cNvPicPr>
            <a:picLocks noChangeAspect="1"/>
          </p:cNvPicPr>
          <p:nvPr>
            <p:custDataLst>
              <p:tags r:id="rId22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04920" y="2191745"/>
            <a:ext cx="621300" cy="621300"/>
          </a:xfrm>
          <a:prstGeom prst="rect">
            <a:avLst/>
          </a:prstGeom>
        </p:spPr>
      </p:pic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49DC3599-354E-E746-168A-3F670327BD14}"/>
              </a:ext>
            </a:extLst>
          </p:cNvPr>
          <p:cNvCxnSpPr/>
          <p:nvPr>
            <p:custDataLst>
              <p:tags r:id="rId23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2027203-9FFB-F645-D34E-922078F7D194}"/>
              </a:ext>
            </a:extLst>
          </p:cNvPr>
          <p:cNvCxnSpPr/>
          <p:nvPr>
            <p:custDataLst>
              <p:tags r:id="rId24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71669881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5" name="Rectangular Callout 24">
            <a:extLst>
              <a:ext uri="{FF2B5EF4-FFF2-40B4-BE49-F238E27FC236}">
                <a16:creationId xmlns:a16="http://schemas.microsoft.com/office/drawing/2014/main" id="{2F1EE666-483A-1C10-8285-508798D3E8C0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7759057" y="2764344"/>
            <a:ext cx="2850232" cy="1853023"/>
          </a:xfrm>
          <a:prstGeom prst="wedgeRectCallout">
            <a:avLst>
              <a:gd name="adj1" fmla="val -41711"/>
              <a:gd name="adj2" fmla="val 71574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B94976-85DC-11F7-142A-6521AC06AC24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7843177" y="2870441"/>
          <a:ext cx="2685860" cy="169164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www.attacker.net?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www.attacker.net 128.1.2.0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www.bofa.com 6.6.6.6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1" name="Picture 30">
            <a:extLst>
              <a:ext uri="{FF2B5EF4-FFF2-40B4-BE49-F238E27FC236}">
                <a16:creationId xmlns:a16="http://schemas.microsoft.com/office/drawing/2014/main" id="{2B0BEE1A-BAF1-8EF7-1AB2-C598198404C8}"/>
              </a:ext>
            </a:extLst>
          </p:cNvPr>
          <p:cNvPicPr>
            <a:picLocks noChangeAspect="1"/>
          </p:cNvPicPr>
          <p:nvPr>
            <p:custDataLst>
              <p:tags r:id="rId18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04920" y="2191745"/>
            <a:ext cx="621300" cy="6213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8492716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140821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Record Injection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259BDF72-587D-3D52-A6C3-9F751FD931C2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8708" y="2569914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6DEC9BA2-8E7F-65EA-81FE-09590EA6BF04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B58C5B4B-8F3A-B5B2-9EE7-DE60216BF012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7834" y="208444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6E411D-5A9A-8C9E-753A-5250D05B107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80551" y="1525792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6F310F-3D11-1FD1-5D33-C9D893E11673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1CF4510-0065-5DD3-149D-99F7E30638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A31C49D9-2B73-E204-E94A-CB831C2D4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F672615C-D865-DED3-3967-2B990FDDF988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30C4FA28-44FA-EE1F-7E7F-C1C8BADB9EA3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2F352D5-A212-F9E3-ECA2-A9C7403A74D4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BA82AFEC-5A12-2F30-EA7B-1DE25BEE006D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5" y="1728298"/>
            <a:ext cx="1528482" cy="614083"/>
          </a:xfrm>
          <a:prstGeom prst="wedgeRectCallout">
            <a:avLst>
              <a:gd name="adj1" fmla="val 13478"/>
              <a:gd name="adj2" fmla="val 8074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09816B2-8C7A-9DA3-E916-325714359AC4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213092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50AB42-6E38-6C15-D267-006538E1BF0C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35E183C5-3C54-8341-DB0F-20D535D70F59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3022945" y="2411660"/>
            <a:ext cx="2575515" cy="35839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780CA702-3165-9ABB-683D-702B827DA117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H="1">
            <a:off x="3036391" y="2633678"/>
            <a:ext cx="2562068" cy="347017"/>
          </a:xfrm>
          <a:prstGeom prst="straightConnector1">
            <a:avLst/>
          </a:prstGeom>
          <a:ln w="5715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1F76284A-9834-2EB3-1D08-39D82357A1D4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>
            <a:off x="2758002" y="3506322"/>
            <a:ext cx="1505707" cy="1097777"/>
          </a:xfrm>
          <a:prstGeom prst="straightConnector1">
            <a:avLst/>
          </a:prstGeom>
          <a:ln w="5715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DB044CC-03A7-897A-C946-C601F9D38AD5}"/>
              </a:ext>
            </a:extLst>
          </p:cNvPr>
          <p:cNvPicPr>
            <a:picLocks noChangeAspect="1" noChangeArrowheads="1"/>
          </p:cNvPicPr>
          <p:nvPr>
            <p:custDataLst>
              <p:tags r:id="rId17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5045" y="484367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D:\Classes\CS 4700\assets\devil-icon.png">
            <a:extLst>
              <a:ext uri="{FF2B5EF4-FFF2-40B4-BE49-F238E27FC236}">
                <a16:creationId xmlns:a16="http://schemas.microsoft.com/office/drawing/2014/main" id="{CEA9BA82-B03B-7B80-C3B2-DCA3F0601AC9}"/>
              </a:ext>
            </a:extLst>
          </p:cNvPr>
          <p:cNvPicPr>
            <a:picLocks noChangeAspect="1" noChangeArrowheads="1"/>
          </p:cNvPicPr>
          <p:nvPr>
            <p:custDataLst>
              <p:tags r:id="rId18"/>
            </p:custDataLst>
          </p:nvPr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2134" y="5079646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AF5A37-505D-2B1B-3414-B509090F7563}"/>
              </a:ext>
            </a:extLst>
          </p:cNvPr>
          <p:cNvSpPr txBox="1"/>
          <p:nvPr>
            <p:custDataLst>
              <p:tags r:id="rId19"/>
            </p:custDataLst>
          </p:nvPr>
        </p:nvSpPr>
        <p:spPr>
          <a:xfrm>
            <a:off x="7082610" y="5482237"/>
            <a:ext cx="1329403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ns.attacker.net</a:t>
            </a:r>
          </a:p>
        </p:txBody>
      </p:sp>
      <p:sp>
        <p:nvSpPr>
          <p:cNvPr id="25" name="Rectangular Callout 24">
            <a:extLst>
              <a:ext uri="{FF2B5EF4-FFF2-40B4-BE49-F238E27FC236}">
                <a16:creationId xmlns:a16="http://schemas.microsoft.com/office/drawing/2014/main" id="{2F1EE666-483A-1C10-8285-508798D3E8C0}"/>
              </a:ext>
            </a:extLst>
          </p:cNvPr>
          <p:cNvSpPr/>
          <p:nvPr>
            <p:custDataLst>
              <p:tags r:id="rId20"/>
            </p:custDataLst>
          </p:nvPr>
        </p:nvSpPr>
        <p:spPr>
          <a:xfrm>
            <a:off x="7759057" y="2764344"/>
            <a:ext cx="2850232" cy="1853023"/>
          </a:xfrm>
          <a:prstGeom prst="wedgeRectCallout">
            <a:avLst>
              <a:gd name="adj1" fmla="val -41711"/>
              <a:gd name="adj2" fmla="val 71574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B94976-85DC-11F7-142A-6521AC06AC24}"/>
              </a:ext>
            </a:extLst>
          </p:cNvPr>
          <p:cNvGraphicFramePr>
            <a:graphicFrameLocks noGrp="1"/>
          </p:cNvGraphicFramePr>
          <p:nvPr>
            <p:custDataLst>
              <p:tags r:id="rId21"/>
            </p:custDataLst>
          </p:nvPr>
        </p:nvGraphicFramePr>
        <p:xfrm>
          <a:off x="7843177" y="2870441"/>
          <a:ext cx="2685860" cy="169164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12346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www.attacker.net?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www.attacker.net 128.1.2.0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www.bofa.com 6.6.6.6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1" name="Picture 30">
            <a:extLst>
              <a:ext uri="{FF2B5EF4-FFF2-40B4-BE49-F238E27FC236}">
                <a16:creationId xmlns:a16="http://schemas.microsoft.com/office/drawing/2014/main" id="{2B0BEE1A-BAF1-8EF7-1AB2-C598198404C8}"/>
              </a:ext>
            </a:extLst>
          </p:cNvPr>
          <p:cNvPicPr>
            <a:picLocks noChangeAspect="1"/>
          </p:cNvPicPr>
          <p:nvPr>
            <p:custDataLst>
              <p:tags r:id="rId22"/>
            </p:custDataLst>
          </p:nvPr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04920" y="2191745"/>
            <a:ext cx="621300" cy="6213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27146312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Defense: the Bailiwicks Rules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altLang="en-US" sz="4000" dirty="0">
                <a:latin typeface="Avenir Next" panose="020B0503020202020204" pitchFamily="34" charset="0"/>
              </a:rPr>
              <a:t>The bailiwick system prevents </a:t>
            </a:r>
            <a:r>
              <a:rPr lang="en-US" altLang="en-US" sz="40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foo.com</a:t>
            </a:r>
            <a:r>
              <a:rPr lang="en-US" altLang="en-US" sz="4000" dirty="0">
                <a:latin typeface="Avenir Next" panose="020B0503020202020204" pitchFamily="34" charset="0"/>
              </a:rPr>
              <a:t> from declaring anything about </a:t>
            </a:r>
            <a:r>
              <a:rPr lang="en-US" altLang="en-US" sz="4000" b="1" dirty="0">
                <a:solidFill>
                  <a:srgbClr val="FF0000"/>
                </a:solidFill>
                <a:latin typeface="Avenir Next" panose="020B0503020202020204" pitchFamily="34" charset="0"/>
              </a:rPr>
              <a:t>com</a:t>
            </a:r>
            <a:r>
              <a:rPr lang="en-US" altLang="en-US" sz="4000" dirty="0">
                <a:latin typeface="Avenir Next" panose="020B0503020202020204" pitchFamily="34" charset="0"/>
              </a:rPr>
              <a:t>, or some other new TLD, or </a:t>
            </a:r>
            <a:r>
              <a:rPr lang="en-US" altLang="en-US" sz="4000" dirty="0">
                <a:latin typeface="Avenir Next" panose="020B0503020202020204" pitchFamily="34" charset="0"/>
                <a:hlinkClick r:id="rId4"/>
              </a:rPr>
              <a:t>www.google.com</a:t>
            </a:r>
            <a:endParaRPr lang="en-US" altLang="en-US" sz="4000" dirty="0">
              <a:latin typeface="Avenir Next" panose="020B0503020202020204" pitchFamily="34" charset="0"/>
            </a:endParaRPr>
          </a:p>
          <a:p>
            <a:endParaRPr lang="en-US" altLang="en-US" sz="4000" dirty="0">
              <a:latin typeface="Avenir Next" panose="020B0503020202020204" pitchFamily="34" charset="0"/>
            </a:endParaRPr>
          </a:p>
          <a:p>
            <a:r>
              <a:rPr lang="en-US" altLang="en-US" sz="4000" dirty="0">
                <a:latin typeface="Avenir Next" panose="020B0503020202020204" pitchFamily="34" charset="0"/>
              </a:rPr>
              <a:t>Using the bailiwicks rules</a:t>
            </a:r>
          </a:p>
          <a:p>
            <a:pPr lvl="1"/>
            <a:r>
              <a:rPr lang="en-US" altLang="en-US" sz="3600" dirty="0">
                <a:latin typeface="Avenir Next" panose="020B0503020202020204" pitchFamily="34" charset="0"/>
              </a:rPr>
              <a:t>The root servers can return any record</a:t>
            </a:r>
          </a:p>
          <a:p>
            <a:pPr lvl="1"/>
            <a:r>
              <a:rPr lang="en-US" altLang="en-US" sz="3600" dirty="0">
                <a:latin typeface="Avenir Next" panose="020B0503020202020204" pitchFamily="34" charset="0"/>
              </a:rPr>
              <a:t>The com servers can return any record for 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com</a:t>
            </a:r>
          </a:p>
          <a:p>
            <a:pPr lvl="1"/>
            <a:r>
              <a:rPr lang="en-US" altLang="en-US" sz="3600" dirty="0">
                <a:latin typeface="Avenir Next" panose="020B0503020202020204" pitchFamily="34" charset="0"/>
              </a:rPr>
              <a:t>The </a:t>
            </a:r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google.com</a:t>
            </a:r>
            <a:r>
              <a:rPr lang="en-US" altLang="en-US" sz="3600" dirty="0">
                <a:latin typeface="Avenir Next" panose="020B0503020202020204" pitchFamily="34" charset="0"/>
              </a:rPr>
              <a:t> servers can return any record for </a:t>
            </a:r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google.com</a:t>
            </a:r>
            <a:endParaRPr lang="en-US" altLang="en-US" sz="3600" b="1" dirty="0">
              <a:solidFill>
                <a:srgbClr val="FF0000"/>
              </a:solidFill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8827990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1963255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ular Callout 40">
            <a:extLst>
              <a:ext uri="{FF2B5EF4-FFF2-40B4-BE49-F238E27FC236}">
                <a16:creationId xmlns:a16="http://schemas.microsoft.com/office/drawing/2014/main" id="{EF142F5C-C5C9-0F2B-C7F4-8B92415A5AB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4750" y="5033320"/>
            <a:ext cx="1528482" cy="614083"/>
          </a:xfrm>
          <a:prstGeom prst="wedgeRectCallout">
            <a:avLst>
              <a:gd name="adj1" fmla="val 72109"/>
              <a:gd name="adj2" fmla="val -3367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790F390-6B53-ED33-8AB2-EBEEFFB4819D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5465300" y="2689361"/>
            <a:ext cx="294204" cy="1915650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8ABFAF04-4BB6-DA39-37C2-B15694A45C53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ular Callout 52">
            <a:extLst>
              <a:ext uri="{FF2B5EF4-FFF2-40B4-BE49-F238E27FC236}">
                <a16:creationId xmlns:a16="http://schemas.microsoft.com/office/drawing/2014/main" id="{FE39AE40-8E3C-2BB7-34BC-9E35F8921941}"/>
              </a:ext>
            </a:extLst>
          </p:cNvPr>
          <p:cNvSpPr/>
          <p:nvPr>
            <p:custDataLst>
              <p:tags r:id="rId16"/>
            </p:custDataLst>
          </p:nvPr>
        </p:nvSpPr>
        <p:spPr>
          <a:xfrm>
            <a:off x="6854184" y="2807522"/>
            <a:ext cx="2511656" cy="1303744"/>
          </a:xfrm>
          <a:prstGeom prst="wedgeRectCallout">
            <a:avLst>
              <a:gd name="adj1" fmla="val -73388"/>
              <a:gd name="adj2" fmla="val -6589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54" name="Table 53">
            <a:extLst>
              <a:ext uri="{FF2B5EF4-FFF2-40B4-BE49-F238E27FC236}">
                <a16:creationId xmlns:a16="http://schemas.microsoft.com/office/drawing/2014/main" id="{CB4B13E4-1CE9-2CDF-6DB6-38E7FF34275D}"/>
              </a:ext>
            </a:extLst>
          </p:cNvPr>
          <p:cNvGraphicFramePr>
            <a:graphicFrameLocks noGrp="1"/>
          </p:cNvGraphicFramePr>
          <p:nvPr>
            <p:custDataLst>
              <p:tags r:id="rId17"/>
            </p:custDataLst>
          </p:nvPr>
        </p:nvGraphicFramePr>
        <p:xfrm>
          <a:off x="6970639" y="2924424"/>
          <a:ext cx="2324815" cy="11277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www.bofa.com?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10711688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ular Callout 40">
            <a:extLst>
              <a:ext uri="{FF2B5EF4-FFF2-40B4-BE49-F238E27FC236}">
                <a16:creationId xmlns:a16="http://schemas.microsoft.com/office/drawing/2014/main" id="{EF142F5C-C5C9-0F2B-C7F4-8B92415A5AB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4750" y="5033320"/>
            <a:ext cx="1528482" cy="614083"/>
          </a:xfrm>
          <a:prstGeom prst="wedgeRectCallout">
            <a:avLst>
              <a:gd name="adj1" fmla="val 72109"/>
              <a:gd name="adj2" fmla="val -3367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790F390-6B53-ED33-8AB2-EBEEFFB4819D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5465300" y="2689361"/>
            <a:ext cx="294204" cy="1915650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ular Callout 46">
            <a:extLst>
              <a:ext uri="{FF2B5EF4-FFF2-40B4-BE49-F238E27FC236}">
                <a16:creationId xmlns:a16="http://schemas.microsoft.com/office/drawing/2014/main" id="{37A43722-02BD-F87D-6554-F0A9418F6ECD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6876888" y="4272880"/>
            <a:ext cx="2850232" cy="1585492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8199C4B4-2CFF-BC2D-456B-25E07B8958A7}"/>
              </a:ext>
            </a:extLst>
          </p:cNvPr>
          <p:cNvGraphicFramePr>
            <a:graphicFrameLocks noGrp="1"/>
          </p:cNvGraphicFramePr>
          <p:nvPr>
            <p:custDataLst>
              <p:tags r:id="rId16"/>
            </p:custDataLst>
          </p:nvPr>
        </p:nvGraphicFramePr>
        <p:xfrm>
          <a:off x="6961008" y="4378979"/>
          <a:ext cx="2685860" cy="140970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</a:t>
                      </a:r>
                      <a:r>
                        <a:rPr lang="en-US" sz="1400"/>
                        <a:t>www.bofa.com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www.bofa.com 6.6.6.6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A1E2F618-CA4D-CAC8-C35A-FFAD0C13264D}"/>
              </a:ext>
            </a:extLst>
          </p:cNvPr>
          <p:cNvCxnSpPr>
            <a:stCxn id="3" idx="0"/>
          </p:cNvCxnSpPr>
          <p:nvPr>
            <p:custDataLst>
              <p:tags r:id="rId17"/>
            </p:custDataLst>
          </p:nvPr>
        </p:nvCxnSpPr>
        <p:spPr>
          <a:xfrm flipV="1">
            <a:off x="5829891" y="2765039"/>
            <a:ext cx="245788" cy="1878851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8ABFAF04-4BB6-DA39-37C2-B15694A45C53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ular Callout 52">
            <a:extLst>
              <a:ext uri="{FF2B5EF4-FFF2-40B4-BE49-F238E27FC236}">
                <a16:creationId xmlns:a16="http://schemas.microsoft.com/office/drawing/2014/main" id="{FE39AE40-8E3C-2BB7-34BC-9E35F8921941}"/>
              </a:ext>
            </a:extLst>
          </p:cNvPr>
          <p:cNvSpPr/>
          <p:nvPr>
            <p:custDataLst>
              <p:tags r:id="rId19"/>
            </p:custDataLst>
          </p:nvPr>
        </p:nvSpPr>
        <p:spPr>
          <a:xfrm>
            <a:off x="6854184" y="2807522"/>
            <a:ext cx="2511656" cy="1303744"/>
          </a:xfrm>
          <a:prstGeom prst="wedgeRectCallout">
            <a:avLst>
              <a:gd name="adj1" fmla="val -73388"/>
              <a:gd name="adj2" fmla="val -6589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54" name="Table 53">
            <a:extLst>
              <a:ext uri="{FF2B5EF4-FFF2-40B4-BE49-F238E27FC236}">
                <a16:creationId xmlns:a16="http://schemas.microsoft.com/office/drawing/2014/main" id="{CB4B13E4-1CE9-2CDF-6DB6-38E7FF34275D}"/>
              </a:ext>
            </a:extLst>
          </p:cNvPr>
          <p:cNvGraphicFramePr>
            <a:graphicFrameLocks noGrp="1"/>
          </p:cNvGraphicFramePr>
          <p:nvPr>
            <p:custDataLst>
              <p:tags r:id="rId20"/>
            </p:custDataLst>
          </p:nvPr>
        </p:nvGraphicFramePr>
        <p:xfrm>
          <a:off x="6970639" y="2924424"/>
          <a:ext cx="2324815" cy="11277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www.bofa.com?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4562241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ular Callout 40">
            <a:extLst>
              <a:ext uri="{FF2B5EF4-FFF2-40B4-BE49-F238E27FC236}">
                <a16:creationId xmlns:a16="http://schemas.microsoft.com/office/drawing/2014/main" id="{EF142F5C-C5C9-0F2B-C7F4-8B92415A5AB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4750" y="5033320"/>
            <a:ext cx="1528482" cy="614083"/>
          </a:xfrm>
          <a:prstGeom prst="wedgeRectCallout">
            <a:avLst>
              <a:gd name="adj1" fmla="val 72109"/>
              <a:gd name="adj2" fmla="val -3367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790F390-6B53-ED33-8AB2-EBEEFFB4819D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5465300" y="2689361"/>
            <a:ext cx="294204" cy="1915650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ular Callout 46">
            <a:extLst>
              <a:ext uri="{FF2B5EF4-FFF2-40B4-BE49-F238E27FC236}">
                <a16:creationId xmlns:a16="http://schemas.microsoft.com/office/drawing/2014/main" id="{37A43722-02BD-F87D-6554-F0A9418F6ECD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6876888" y="4272880"/>
            <a:ext cx="2850232" cy="1585492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8199C4B4-2CFF-BC2D-456B-25E07B8958A7}"/>
              </a:ext>
            </a:extLst>
          </p:cNvPr>
          <p:cNvGraphicFramePr>
            <a:graphicFrameLocks noGrp="1"/>
          </p:cNvGraphicFramePr>
          <p:nvPr>
            <p:custDataLst>
              <p:tags r:id="rId16"/>
            </p:custDataLst>
          </p:nvPr>
        </p:nvGraphicFramePr>
        <p:xfrm>
          <a:off x="6961008" y="4378979"/>
          <a:ext cx="2685860" cy="140970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</a:t>
                      </a:r>
                      <a:r>
                        <a:rPr lang="en-US" sz="1400"/>
                        <a:t>www.bofa.com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www.bofa.com 6.6.6.6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A1E2F618-CA4D-CAC8-C35A-FFAD0C13264D}"/>
              </a:ext>
            </a:extLst>
          </p:cNvPr>
          <p:cNvCxnSpPr>
            <a:stCxn id="3" idx="0"/>
          </p:cNvCxnSpPr>
          <p:nvPr>
            <p:custDataLst>
              <p:tags r:id="rId17"/>
            </p:custDataLst>
          </p:nvPr>
        </p:nvCxnSpPr>
        <p:spPr>
          <a:xfrm flipV="1">
            <a:off x="5829891" y="2765039"/>
            <a:ext cx="245788" cy="1878851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Picture 49">
            <a:extLst>
              <a:ext uri="{FF2B5EF4-FFF2-40B4-BE49-F238E27FC236}">
                <a16:creationId xmlns:a16="http://schemas.microsoft.com/office/drawing/2014/main" id="{1D052F5F-D666-F8E8-EA54-76FEE767F6A7}"/>
              </a:ext>
            </a:extLst>
          </p:cNvPr>
          <p:cNvPicPr>
            <a:picLocks noChangeAspect="1"/>
          </p:cNvPicPr>
          <p:nvPr>
            <p:custDataLst>
              <p:tags r:id="rId18"/>
            </p:custDataLst>
          </p:nvPr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41618" y="2176443"/>
            <a:ext cx="621300" cy="621300"/>
          </a:xfrm>
          <a:prstGeom prst="rect">
            <a:avLst/>
          </a:prstGeom>
        </p:spPr>
      </p:pic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8ABFAF04-4BB6-DA39-37C2-B15694A45C53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ular Callout 52">
            <a:extLst>
              <a:ext uri="{FF2B5EF4-FFF2-40B4-BE49-F238E27FC236}">
                <a16:creationId xmlns:a16="http://schemas.microsoft.com/office/drawing/2014/main" id="{FE39AE40-8E3C-2BB7-34BC-9E35F8921941}"/>
              </a:ext>
            </a:extLst>
          </p:cNvPr>
          <p:cNvSpPr/>
          <p:nvPr>
            <p:custDataLst>
              <p:tags r:id="rId20"/>
            </p:custDataLst>
          </p:nvPr>
        </p:nvSpPr>
        <p:spPr>
          <a:xfrm>
            <a:off x="6854184" y="2807522"/>
            <a:ext cx="2511656" cy="1303744"/>
          </a:xfrm>
          <a:prstGeom prst="wedgeRectCallout">
            <a:avLst>
              <a:gd name="adj1" fmla="val -73388"/>
              <a:gd name="adj2" fmla="val -6589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54" name="Table 53">
            <a:extLst>
              <a:ext uri="{FF2B5EF4-FFF2-40B4-BE49-F238E27FC236}">
                <a16:creationId xmlns:a16="http://schemas.microsoft.com/office/drawing/2014/main" id="{CB4B13E4-1CE9-2CDF-6DB6-38E7FF34275D}"/>
              </a:ext>
            </a:extLst>
          </p:cNvPr>
          <p:cNvGraphicFramePr>
            <a:graphicFrameLocks noGrp="1"/>
          </p:cNvGraphicFramePr>
          <p:nvPr>
            <p:custDataLst>
              <p:tags r:id="rId21"/>
            </p:custDataLst>
          </p:nvPr>
        </p:nvGraphicFramePr>
        <p:xfrm>
          <a:off x="6970639" y="2924424"/>
          <a:ext cx="2324815" cy="11277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www.bofa.com?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0A54BD0-4E25-23D0-CCF1-6D3C6E6D183C}"/>
              </a:ext>
            </a:extLst>
          </p:cNvPr>
          <p:cNvCxnSpPr/>
          <p:nvPr>
            <p:custDataLst>
              <p:tags r:id="rId22"/>
            </p:custDataLst>
          </p:nvPr>
        </p:nvCxnSpPr>
        <p:spPr>
          <a:xfrm flipV="1">
            <a:off x="5923630" y="2746006"/>
            <a:ext cx="132031" cy="1858092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B7D4CFE0-6E21-70D1-A479-BA3E3B5F0C07}"/>
              </a:ext>
            </a:extLst>
          </p:cNvPr>
          <p:cNvCxnSpPr/>
          <p:nvPr>
            <p:custDataLst>
              <p:tags r:id="rId23"/>
            </p:custDataLst>
          </p:nvPr>
        </p:nvCxnSpPr>
        <p:spPr>
          <a:xfrm flipV="1">
            <a:off x="5696354" y="2759607"/>
            <a:ext cx="284044" cy="187044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8BAFE869-2276-AF2A-161C-152CD72785DA}"/>
              </a:ext>
            </a:extLst>
          </p:cNvPr>
          <p:cNvCxnSpPr>
            <a:endCxn id="50" idx="2"/>
          </p:cNvCxnSpPr>
          <p:nvPr>
            <p:custDataLst>
              <p:tags r:id="rId24"/>
            </p:custDataLst>
          </p:nvPr>
        </p:nvCxnSpPr>
        <p:spPr>
          <a:xfrm flipV="1">
            <a:off x="5646890" y="2787158"/>
            <a:ext cx="224977" cy="1803686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A099BE14-DB6F-D8C8-F8B6-B2D0381FA7F7}"/>
              </a:ext>
            </a:extLst>
          </p:cNvPr>
          <p:cNvCxnSpPr/>
          <p:nvPr>
            <p:custDataLst>
              <p:tags r:id="rId25"/>
            </p:custDataLst>
          </p:nvPr>
        </p:nvCxnSpPr>
        <p:spPr>
          <a:xfrm flipV="1">
            <a:off x="6011954" y="2781579"/>
            <a:ext cx="136803" cy="1835789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D3438C96-E916-337C-7C45-DBF84EC493D8}"/>
              </a:ext>
            </a:extLst>
          </p:cNvPr>
          <p:cNvCxnSpPr/>
          <p:nvPr>
            <p:custDataLst>
              <p:tags r:id="rId26"/>
            </p:custDataLst>
          </p:nvPr>
        </p:nvCxnSpPr>
        <p:spPr>
          <a:xfrm flipV="1">
            <a:off x="5736654" y="2830576"/>
            <a:ext cx="235068" cy="176026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F173B3B6-FCED-6E89-E3B4-ECF952A98D64}"/>
              </a:ext>
            </a:extLst>
          </p:cNvPr>
          <p:cNvCxnSpPr/>
          <p:nvPr>
            <p:custDataLst>
              <p:tags r:id="rId27"/>
            </p:custDataLst>
          </p:nvPr>
        </p:nvCxnSpPr>
        <p:spPr>
          <a:xfrm flipV="1">
            <a:off x="5598459" y="2777654"/>
            <a:ext cx="228202" cy="1813190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62288696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ular Callout 40">
            <a:extLst>
              <a:ext uri="{FF2B5EF4-FFF2-40B4-BE49-F238E27FC236}">
                <a16:creationId xmlns:a16="http://schemas.microsoft.com/office/drawing/2014/main" id="{EF142F5C-C5C9-0F2B-C7F4-8B92415A5AB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4750" y="5033320"/>
            <a:ext cx="1528482" cy="614083"/>
          </a:xfrm>
          <a:prstGeom prst="wedgeRectCallout">
            <a:avLst>
              <a:gd name="adj1" fmla="val 72109"/>
              <a:gd name="adj2" fmla="val -3367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790F390-6B53-ED33-8AB2-EBEEFFB4819D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5465300" y="2689361"/>
            <a:ext cx="294204" cy="1915650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ular Callout 46">
            <a:extLst>
              <a:ext uri="{FF2B5EF4-FFF2-40B4-BE49-F238E27FC236}">
                <a16:creationId xmlns:a16="http://schemas.microsoft.com/office/drawing/2014/main" id="{37A43722-02BD-F87D-6554-F0A9418F6ECD}"/>
              </a:ext>
            </a:extLst>
          </p:cNvPr>
          <p:cNvSpPr/>
          <p:nvPr>
            <p:custDataLst>
              <p:tags r:id="rId15"/>
            </p:custDataLst>
          </p:nvPr>
        </p:nvSpPr>
        <p:spPr>
          <a:xfrm>
            <a:off x="6876888" y="4272880"/>
            <a:ext cx="2850232" cy="1585492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8199C4B4-2CFF-BC2D-456B-25E07B8958A7}"/>
              </a:ext>
            </a:extLst>
          </p:cNvPr>
          <p:cNvGraphicFramePr>
            <a:graphicFrameLocks noGrp="1"/>
          </p:cNvGraphicFramePr>
          <p:nvPr>
            <p:custDataLst>
              <p:tags r:id="rId16"/>
            </p:custDataLst>
          </p:nvPr>
        </p:nvGraphicFramePr>
        <p:xfrm>
          <a:off x="6961008" y="4378979"/>
          <a:ext cx="2685860" cy="140970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</a:t>
                      </a:r>
                      <a:r>
                        <a:rPr lang="en-US" sz="1400"/>
                        <a:t>www.bofa.com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www.bofa.com 6.6.6.6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A1E2F618-CA4D-CAC8-C35A-FFAD0C13264D}"/>
              </a:ext>
            </a:extLst>
          </p:cNvPr>
          <p:cNvCxnSpPr>
            <a:stCxn id="3" idx="0"/>
          </p:cNvCxnSpPr>
          <p:nvPr>
            <p:custDataLst>
              <p:tags r:id="rId17"/>
            </p:custDataLst>
          </p:nvPr>
        </p:nvCxnSpPr>
        <p:spPr>
          <a:xfrm flipV="1">
            <a:off x="5829891" y="2765039"/>
            <a:ext cx="245788" cy="1878851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Picture 49">
            <a:extLst>
              <a:ext uri="{FF2B5EF4-FFF2-40B4-BE49-F238E27FC236}">
                <a16:creationId xmlns:a16="http://schemas.microsoft.com/office/drawing/2014/main" id="{1D052F5F-D666-F8E8-EA54-76FEE767F6A7}"/>
              </a:ext>
            </a:extLst>
          </p:cNvPr>
          <p:cNvPicPr>
            <a:picLocks noChangeAspect="1"/>
          </p:cNvPicPr>
          <p:nvPr>
            <p:custDataLst>
              <p:tags r:id="rId18"/>
            </p:custDataLst>
          </p:nvPr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41618" y="2176443"/>
            <a:ext cx="621300" cy="621300"/>
          </a:xfrm>
          <a:prstGeom prst="rect">
            <a:avLst/>
          </a:prstGeom>
        </p:spPr>
      </p:pic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8ABFAF04-4BB6-DA39-37C2-B15694A45C53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AF007032-2FFE-8FFC-59B9-28D4D8365858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ular Callout 52">
            <a:extLst>
              <a:ext uri="{FF2B5EF4-FFF2-40B4-BE49-F238E27FC236}">
                <a16:creationId xmlns:a16="http://schemas.microsoft.com/office/drawing/2014/main" id="{FE39AE40-8E3C-2BB7-34BC-9E35F8921941}"/>
              </a:ext>
            </a:extLst>
          </p:cNvPr>
          <p:cNvSpPr/>
          <p:nvPr>
            <p:custDataLst>
              <p:tags r:id="rId21"/>
            </p:custDataLst>
          </p:nvPr>
        </p:nvSpPr>
        <p:spPr>
          <a:xfrm>
            <a:off x="6854184" y="2807522"/>
            <a:ext cx="2511656" cy="1303744"/>
          </a:xfrm>
          <a:prstGeom prst="wedgeRectCallout">
            <a:avLst>
              <a:gd name="adj1" fmla="val -73388"/>
              <a:gd name="adj2" fmla="val -6589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54" name="Table 53">
            <a:extLst>
              <a:ext uri="{FF2B5EF4-FFF2-40B4-BE49-F238E27FC236}">
                <a16:creationId xmlns:a16="http://schemas.microsoft.com/office/drawing/2014/main" id="{CB4B13E4-1CE9-2CDF-6DB6-38E7FF34275D}"/>
              </a:ext>
            </a:extLst>
          </p:cNvPr>
          <p:cNvGraphicFramePr>
            <a:graphicFrameLocks noGrp="1"/>
          </p:cNvGraphicFramePr>
          <p:nvPr>
            <p:custDataLst>
              <p:tags r:id="rId22"/>
            </p:custDataLst>
          </p:nvPr>
        </p:nvGraphicFramePr>
        <p:xfrm>
          <a:off x="6970639" y="2924424"/>
          <a:ext cx="2324815" cy="11277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www.bofa.com?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0A54BD0-4E25-23D0-CCF1-6D3C6E6D183C}"/>
              </a:ext>
            </a:extLst>
          </p:cNvPr>
          <p:cNvCxnSpPr/>
          <p:nvPr>
            <p:custDataLst>
              <p:tags r:id="rId23"/>
            </p:custDataLst>
          </p:nvPr>
        </p:nvCxnSpPr>
        <p:spPr>
          <a:xfrm flipV="1">
            <a:off x="5923630" y="2746006"/>
            <a:ext cx="132031" cy="1858092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B7D4CFE0-6E21-70D1-A479-BA3E3B5F0C07}"/>
              </a:ext>
            </a:extLst>
          </p:cNvPr>
          <p:cNvCxnSpPr/>
          <p:nvPr>
            <p:custDataLst>
              <p:tags r:id="rId24"/>
            </p:custDataLst>
          </p:nvPr>
        </p:nvCxnSpPr>
        <p:spPr>
          <a:xfrm flipV="1">
            <a:off x="5696354" y="2759607"/>
            <a:ext cx="284044" cy="187044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8BAFE869-2276-AF2A-161C-152CD72785DA}"/>
              </a:ext>
            </a:extLst>
          </p:cNvPr>
          <p:cNvCxnSpPr>
            <a:endCxn id="50" idx="2"/>
          </p:cNvCxnSpPr>
          <p:nvPr>
            <p:custDataLst>
              <p:tags r:id="rId25"/>
            </p:custDataLst>
          </p:nvPr>
        </p:nvCxnSpPr>
        <p:spPr>
          <a:xfrm flipV="1">
            <a:off x="5646890" y="2787158"/>
            <a:ext cx="224977" cy="1803686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A099BE14-DB6F-D8C8-F8B6-B2D0381FA7F7}"/>
              </a:ext>
            </a:extLst>
          </p:cNvPr>
          <p:cNvCxnSpPr/>
          <p:nvPr>
            <p:custDataLst>
              <p:tags r:id="rId26"/>
            </p:custDataLst>
          </p:nvPr>
        </p:nvCxnSpPr>
        <p:spPr>
          <a:xfrm flipV="1">
            <a:off x="6011954" y="2781579"/>
            <a:ext cx="136803" cy="1835789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D3438C96-E916-337C-7C45-DBF84EC493D8}"/>
              </a:ext>
            </a:extLst>
          </p:cNvPr>
          <p:cNvCxnSpPr/>
          <p:nvPr>
            <p:custDataLst>
              <p:tags r:id="rId27"/>
            </p:custDataLst>
          </p:nvPr>
        </p:nvCxnSpPr>
        <p:spPr>
          <a:xfrm flipV="1">
            <a:off x="5736654" y="2830576"/>
            <a:ext cx="235068" cy="176026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F173B3B6-FCED-6E89-E3B4-ECF952A98D64}"/>
              </a:ext>
            </a:extLst>
          </p:cNvPr>
          <p:cNvCxnSpPr/>
          <p:nvPr>
            <p:custDataLst>
              <p:tags r:id="rId28"/>
            </p:custDataLst>
          </p:nvPr>
        </p:nvCxnSpPr>
        <p:spPr>
          <a:xfrm flipV="1">
            <a:off x="5598459" y="2777654"/>
            <a:ext cx="228202" cy="1813190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Multiply 60">
            <a:extLst>
              <a:ext uri="{FF2B5EF4-FFF2-40B4-BE49-F238E27FC236}">
                <a16:creationId xmlns:a16="http://schemas.microsoft.com/office/drawing/2014/main" id="{AF942E21-0409-12A5-7F98-A1D2E01CD6C8}"/>
              </a:ext>
            </a:extLst>
          </p:cNvPr>
          <p:cNvSpPr/>
          <p:nvPr>
            <p:custDataLst>
              <p:tags r:id="rId29"/>
            </p:custDataLst>
          </p:nvPr>
        </p:nvSpPr>
        <p:spPr>
          <a:xfrm>
            <a:off x="6508809" y="2225441"/>
            <a:ext cx="408237" cy="408237"/>
          </a:xfrm>
          <a:prstGeom prst="mathMultiply">
            <a:avLst/>
          </a:prstGeom>
          <a:solidFill>
            <a:schemeClr val="accent4"/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18205119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941254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Response Spoofing</a:t>
            </a:r>
          </a:p>
        </p:txBody>
      </p:sp>
      <p:pic>
        <p:nvPicPr>
          <p:cNvPr id="2" name="Content Placeholder 17">
            <a:extLst>
              <a:ext uri="{FF2B5EF4-FFF2-40B4-BE49-F238E27FC236}">
                <a16:creationId xmlns:a16="http://schemas.microsoft.com/office/drawing/2014/main" id="{B143940F-2EA0-CD60-59AF-9CB85AC59019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9740" y="2552664"/>
            <a:ext cx="856060" cy="856060"/>
          </a:xfrm>
          <a:prstGeom prst="rect">
            <a:avLst/>
          </a:prstGeom>
        </p:spPr>
      </p:pic>
      <p:pic>
        <p:nvPicPr>
          <p:cNvPr id="3" name="Picture 2" descr="D:\Classes\CS 4700\assets\devil-icon.png">
            <a:extLst>
              <a:ext uri="{FF2B5EF4-FFF2-40B4-BE49-F238E27FC236}">
                <a16:creationId xmlns:a16="http://schemas.microsoft.com/office/drawing/2014/main" id="{9C45CD26-7135-80D9-0637-90987561475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2690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84A54CC-2B4D-A698-1D6D-F99466A0458B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646C7A8D-B4CF-C578-3C0E-5B3B10D85F3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517250" y="1495708"/>
            <a:ext cx="11383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Local</a:t>
            </a:r>
          </a:p>
          <a:p>
            <a:pPr algn="ctr"/>
            <a:r>
              <a:rPr lang="en-US" sz="1500" dirty="0" err="1"/>
              <a:t>Nameserver</a:t>
            </a:r>
            <a:endParaRPr lang="en-US" sz="1500" dirty="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2AEA21F-FBE1-8B70-9B6F-987B7D6D590C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4A21396-262E-8BE3-69B5-499B316E9C2A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81BD0091-35A3-ED22-B91A-E0F5878BA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38" name="Cloud 37">
            <a:extLst>
              <a:ext uri="{FF2B5EF4-FFF2-40B4-BE49-F238E27FC236}">
                <a16:creationId xmlns:a16="http://schemas.microsoft.com/office/drawing/2014/main" id="{ADA1F409-67B1-E666-2AB7-A137AB26785A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/>
              <a:t>Honest DNS Servers</a:t>
            </a:r>
          </a:p>
        </p:txBody>
      </p:sp>
      <p:pic>
        <p:nvPicPr>
          <p:cNvPr id="39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910CC5B-ED6C-102B-136F-E0A8015EEA58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9D95C044-188F-231E-8858-6F527711249C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ular Callout 40">
            <a:extLst>
              <a:ext uri="{FF2B5EF4-FFF2-40B4-BE49-F238E27FC236}">
                <a16:creationId xmlns:a16="http://schemas.microsoft.com/office/drawing/2014/main" id="{EF142F5C-C5C9-0F2B-C7F4-8B92415A5AB5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524750" y="5033320"/>
            <a:ext cx="1528482" cy="614083"/>
          </a:xfrm>
          <a:prstGeom prst="wedgeRectCallout">
            <a:avLst>
              <a:gd name="adj1" fmla="val 72109"/>
              <a:gd name="adj2" fmla="val -3367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</a:rPr>
              <a:t>Where is www.bofa.com?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F4F5BD-1377-3A5B-2ED3-B9BEA857C67B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399568" y="5558290"/>
            <a:ext cx="720070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6.6.6.6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4870A60-A924-79D0-5D14-F92D3F0625BA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942145" y="5558290"/>
            <a:ext cx="1013419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/>
              <a:t>102.32.0.1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2790F390-6B53-ED33-8AB2-EBEEFFB4819D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5465300" y="2689361"/>
            <a:ext cx="294204" cy="1915650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48141916-1D6E-62CA-FACB-B1588A55D3AC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H="1">
            <a:off x="3036391" y="2633678"/>
            <a:ext cx="2562068" cy="347017"/>
          </a:xfrm>
          <a:prstGeom prst="straightConnector1">
            <a:avLst/>
          </a:prstGeom>
          <a:ln w="5715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0D154ED4-1175-623A-4548-7610988EA420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>
            <a:off x="2758002" y="3506321"/>
            <a:ext cx="2584931" cy="1293496"/>
          </a:xfrm>
          <a:prstGeom prst="straightConnector1">
            <a:avLst/>
          </a:prstGeom>
          <a:ln w="5715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ular Callout 46">
            <a:extLst>
              <a:ext uri="{FF2B5EF4-FFF2-40B4-BE49-F238E27FC236}">
                <a16:creationId xmlns:a16="http://schemas.microsoft.com/office/drawing/2014/main" id="{37A43722-02BD-F87D-6554-F0A9418F6ECD}"/>
              </a:ext>
            </a:extLst>
          </p:cNvPr>
          <p:cNvSpPr/>
          <p:nvPr>
            <p:custDataLst>
              <p:tags r:id="rId17"/>
            </p:custDataLst>
          </p:nvPr>
        </p:nvSpPr>
        <p:spPr>
          <a:xfrm>
            <a:off x="6876888" y="4272880"/>
            <a:ext cx="2850232" cy="1585492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48" name="Table 47">
            <a:extLst>
              <a:ext uri="{FF2B5EF4-FFF2-40B4-BE49-F238E27FC236}">
                <a16:creationId xmlns:a16="http://schemas.microsoft.com/office/drawing/2014/main" id="{8199C4B4-2CFF-BC2D-456B-25E07B8958A7}"/>
              </a:ext>
            </a:extLst>
          </p:cNvPr>
          <p:cNvGraphicFramePr>
            <a:graphicFrameLocks noGrp="1"/>
          </p:cNvGraphicFramePr>
          <p:nvPr>
            <p:custDataLst>
              <p:tags r:id="rId18"/>
            </p:custDataLst>
          </p:nvPr>
        </p:nvGraphicFramePr>
        <p:xfrm>
          <a:off x="6961008" y="4378979"/>
          <a:ext cx="2685860" cy="140970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</a:t>
                      </a:r>
                      <a:r>
                        <a:rPr lang="en-US" sz="1400"/>
                        <a:t>www.bofa.com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www.bofa.com 6.6.6.6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A1E2F618-CA4D-CAC8-C35A-FFAD0C13264D}"/>
              </a:ext>
            </a:extLst>
          </p:cNvPr>
          <p:cNvCxnSpPr>
            <a:stCxn id="3" idx="0"/>
          </p:cNvCxnSpPr>
          <p:nvPr>
            <p:custDataLst>
              <p:tags r:id="rId19"/>
            </p:custDataLst>
          </p:nvPr>
        </p:nvCxnSpPr>
        <p:spPr>
          <a:xfrm flipV="1">
            <a:off x="5829891" y="2765039"/>
            <a:ext cx="245788" cy="1878851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Picture 49">
            <a:extLst>
              <a:ext uri="{FF2B5EF4-FFF2-40B4-BE49-F238E27FC236}">
                <a16:creationId xmlns:a16="http://schemas.microsoft.com/office/drawing/2014/main" id="{1D052F5F-D666-F8E8-EA54-76FEE767F6A7}"/>
              </a:ext>
            </a:extLst>
          </p:cNvPr>
          <p:cNvPicPr>
            <a:picLocks noChangeAspect="1"/>
          </p:cNvPicPr>
          <p:nvPr>
            <p:custDataLst>
              <p:tags r:id="rId20"/>
            </p:custDataLst>
          </p:nvPr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41618" y="2176443"/>
            <a:ext cx="621300" cy="621300"/>
          </a:xfrm>
          <a:prstGeom prst="rect">
            <a:avLst/>
          </a:prstGeom>
        </p:spPr>
      </p:pic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8ABFAF04-4BB6-DA39-37C2-B15694A45C53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AF007032-2FFE-8FFC-59B9-28D4D8365858}"/>
              </a:ext>
            </a:extLst>
          </p:cNvPr>
          <p:cNvCxnSpPr/>
          <p:nvPr>
            <p:custDataLst>
              <p:tags r:id="rId22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ular Callout 52">
            <a:extLst>
              <a:ext uri="{FF2B5EF4-FFF2-40B4-BE49-F238E27FC236}">
                <a16:creationId xmlns:a16="http://schemas.microsoft.com/office/drawing/2014/main" id="{FE39AE40-8E3C-2BB7-34BC-9E35F8921941}"/>
              </a:ext>
            </a:extLst>
          </p:cNvPr>
          <p:cNvSpPr/>
          <p:nvPr>
            <p:custDataLst>
              <p:tags r:id="rId23"/>
            </p:custDataLst>
          </p:nvPr>
        </p:nvSpPr>
        <p:spPr>
          <a:xfrm>
            <a:off x="6854184" y="2807522"/>
            <a:ext cx="2511656" cy="1303744"/>
          </a:xfrm>
          <a:prstGeom prst="wedgeRectCallout">
            <a:avLst>
              <a:gd name="adj1" fmla="val -73388"/>
              <a:gd name="adj2" fmla="val -6589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graphicFrame>
        <p:nvGraphicFramePr>
          <p:cNvPr id="54" name="Table 53">
            <a:extLst>
              <a:ext uri="{FF2B5EF4-FFF2-40B4-BE49-F238E27FC236}">
                <a16:creationId xmlns:a16="http://schemas.microsoft.com/office/drawing/2014/main" id="{CB4B13E4-1CE9-2CDF-6DB6-38E7FF34275D}"/>
              </a:ext>
            </a:extLst>
          </p:cNvPr>
          <p:cNvGraphicFramePr>
            <a:graphicFrameLocks noGrp="1"/>
          </p:cNvGraphicFramePr>
          <p:nvPr>
            <p:custDataLst>
              <p:tags r:id="rId24"/>
            </p:custDataLst>
          </p:nvPr>
        </p:nvGraphicFramePr>
        <p:xfrm>
          <a:off x="6970639" y="2924424"/>
          <a:ext cx="2324815" cy="112776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4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12347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0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dirty="0"/>
                        <a:t>0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www.bofa.com?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0A54BD0-4E25-23D0-CCF1-6D3C6E6D183C}"/>
              </a:ext>
            </a:extLst>
          </p:cNvPr>
          <p:cNvCxnSpPr/>
          <p:nvPr>
            <p:custDataLst>
              <p:tags r:id="rId25"/>
            </p:custDataLst>
          </p:nvPr>
        </p:nvCxnSpPr>
        <p:spPr>
          <a:xfrm flipV="1">
            <a:off x="5923630" y="2746006"/>
            <a:ext cx="132031" cy="1858092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>
            <a:extLst>
              <a:ext uri="{FF2B5EF4-FFF2-40B4-BE49-F238E27FC236}">
                <a16:creationId xmlns:a16="http://schemas.microsoft.com/office/drawing/2014/main" id="{B7D4CFE0-6E21-70D1-A479-BA3E3B5F0C07}"/>
              </a:ext>
            </a:extLst>
          </p:cNvPr>
          <p:cNvCxnSpPr/>
          <p:nvPr>
            <p:custDataLst>
              <p:tags r:id="rId26"/>
            </p:custDataLst>
          </p:nvPr>
        </p:nvCxnSpPr>
        <p:spPr>
          <a:xfrm flipV="1">
            <a:off x="5696354" y="2759607"/>
            <a:ext cx="284044" cy="187044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Arrow Connector 56">
            <a:extLst>
              <a:ext uri="{FF2B5EF4-FFF2-40B4-BE49-F238E27FC236}">
                <a16:creationId xmlns:a16="http://schemas.microsoft.com/office/drawing/2014/main" id="{8BAFE869-2276-AF2A-161C-152CD72785DA}"/>
              </a:ext>
            </a:extLst>
          </p:cNvPr>
          <p:cNvCxnSpPr>
            <a:endCxn id="50" idx="2"/>
          </p:cNvCxnSpPr>
          <p:nvPr>
            <p:custDataLst>
              <p:tags r:id="rId27"/>
            </p:custDataLst>
          </p:nvPr>
        </p:nvCxnSpPr>
        <p:spPr>
          <a:xfrm flipV="1">
            <a:off x="5646890" y="2787158"/>
            <a:ext cx="224977" cy="1803686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A099BE14-DB6F-D8C8-F8B6-B2D0381FA7F7}"/>
              </a:ext>
            </a:extLst>
          </p:cNvPr>
          <p:cNvCxnSpPr/>
          <p:nvPr>
            <p:custDataLst>
              <p:tags r:id="rId28"/>
            </p:custDataLst>
          </p:nvPr>
        </p:nvCxnSpPr>
        <p:spPr>
          <a:xfrm flipV="1">
            <a:off x="6011954" y="2781579"/>
            <a:ext cx="136803" cy="1835789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D3438C96-E916-337C-7C45-DBF84EC493D8}"/>
              </a:ext>
            </a:extLst>
          </p:cNvPr>
          <p:cNvCxnSpPr/>
          <p:nvPr>
            <p:custDataLst>
              <p:tags r:id="rId29"/>
            </p:custDataLst>
          </p:nvPr>
        </p:nvCxnSpPr>
        <p:spPr>
          <a:xfrm flipV="1">
            <a:off x="5736654" y="2830576"/>
            <a:ext cx="235068" cy="1760268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F173B3B6-FCED-6E89-E3B4-ECF952A98D64}"/>
              </a:ext>
            </a:extLst>
          </p:cNvPr>
          <p:cNvCxnSpPr/>
          <p:nvPr>
            <p:custDataLst>
              <p:tags r:id="rId30"/>
            </p:custDataLst>
          </p:nvPr>
        </p:nvCxnSpPr>
        <p:spPr>
          <a:xfrm flipV="1">
            <a:off x="5598459" y="2777654"/>
            <a:ext cx="228202" cy="1813190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Multiply 60">
            <a:extLst>
              <a:ext uri="{FF2B5EF4-FFF2-40B4-BE49-F238E27FC236}">
                <a16:creationId xmlns:a16="http://schemas.microsoft.com/office/drawing/2014/main" id="{AF942E21-0409-12A5-7F98-A1D2E01CD6C8}"/>
              </a:ext>
            </a:extLst>
          </p:cNvPr>
          <p:cNvSpPr/>
          <p:nvPr>
            <p:custDataLst>
              <p:tags r:id="rId31"/>
            </p:custDataLst>
          </p:nvPr>
        </p:nvSpPr>
        <p:spPr>
          <a:xfrm>
            <a:off x="6508809" y="2225441"/>
            <a:ext cx="408237" cy="408237"/>
          </a:xfrm>
          <a:prstGeom prst="mathMultiply">
            <a:avLst/>
          </a:prstGeom>
          <a:solidFill>
            <a:schemeClr val="accent4"/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B36F35AF-E014-796A-6A34-4806D72B87C7}"/>
              </a:ext>
            </a:extLst>
          </p:cNvPr>
          <p:cNvCxnSpPr/>
          <p:nvPr>
            <p:custDataLst>
              <p:tags r:id="rId32"/>
            </p:custDataLst>
          </p:nvPr>
        </p:nvCxnSpPr>
        <p:spPr>
          <a:xfrm flipV="1">
            <a:off x="3040443" y="2346657"/>
            <a:ext cx="2522682" cy="348418"/>
          </a:xfrm>
          <a:prstGeom prst="straightConnector1">
            <a:avLst/>
          </a:prstGeom>
          <a:ln w="57150">
            <a:solidFill>
              <a:schemeClr val="accent1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8282523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Attack 2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1" y="733172"/>
            <a:ext cx="12191999" cy="4125699"/>
          </a:xfrm>
        </p:spPr>
        <p:txBody>
          <a:bodyPr>
            <a:noAutofit/>
          </a:bodyPr>
          <a:lstStyle/>
          <a:p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Birthday attack – </a:t>
            </a:r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Vagner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 Sacramento 2022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Have many clients send the same DNS request to the resolver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Each such request generated a DNS query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Send hundreds of reply with random TXID at the same time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Due to birthday paradox, the success probability can be close to 1: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With a few hundred client queries and several hundred fake responses  </a:t>
            </a:r>
          </a:p>
          <a:p>
            <a:pPr marL="0" indent="0">
              <a:buNone/>
            </a:pPr>
            <a:endParaRPr lang="en-US" altLang="en-US" sz="3600" b="1" dirty="0">
              <a:solidFill>
                <a:srgbClr val="FF0000"/>
              </a:solidFill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7871040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Attack 2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1" y="733172"/>
            <a:ext cx="12191999" cy="4125699"/>
          </a:xfrm>
        </p:spPr>
        <p:txBody>
          <a:bodyPr>
            <a:noAutofit/>
          </a:bodyPr>
          <a:lstStyle/>
          <a:p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Birthday attack – </a:t>
            </a:r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Vagner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 Sacramento 2022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Have many clients send the same DNS request to the resolver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Each such request generated a DNS query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Send hundreds of reply with random TXID at the same time </a:t>
            </a:r>
          </a:p>
          <a:p>
            <a:r>
              <a:rPr lang="en-US" sz="3200" dirty="0">
                <a:latin typeface="Avenir Next" panose="020B0503020202020204" pitchFamily="34" charset="0"/>
              </a:rPr>
              <a:t>Due to birthday paradox, the success probability can be close to 1:</a:t>
            </a:r>
          </a:p>
          <a:p>
            <a:pPr lvl="1"/>
            <a:r>
              <a:rPr lang="en-US" sz="2800" dirty="0">
                <a:latin typeface="Avenir Next" panose="020B0503020202020204" pitchFamily="34" charset="0"/>
              </a:rPr>
              <a:t>With a few hundred client queries and several hundred fake responses  </a:t>
            </a:r>
          </a:p>
          <a:p>
            <a:pPr marL="0" indent="0">
              <a:buNone/>
            </a:pPr>
            <a:endParaRPr lang="en-US" altLang="en-US" sz="3600" b="1" dirty="0">
              <a:solidFill>
                <a:srgbClr val="FF0000"/>
              </a:solidFill>
              <a:latin typeface="Avenir Next" panose="020B0503020202020204" pitchFamily="34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4148623D-37AE-888F-896D-C0CAAEB134D0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-8092" y="4930587"/>
            <a:ext cx="12200091" cy="1927413"/>
          </a:xfrm>
          <a:prstGeom prst="roundRect">
            <a:avLst/>
          </a:prstGeom>
          <a:solidFill>
            <a:srgbClr val="C00000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Defense– </a:t>
            </a:r>
            <a:r>
              <a:rPr lang="en-US" sz="3600" b="1" u="sng" dirty="0">
                <a:solidFill>
                  <a:srgbClr val="FFFF00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Rate limiting</a:t>
            </a:r>
            <a:r>
              <a:rPr lang="en-US" sz="36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 </a:t>
            </a:r>
          </a:p>
          <a:p>
            <a:pPr algn="ctr"/>
            <a:r>
              <a:rPr lang="en-US" sz="3600" b="1" dirty="0">
                <a:solidFill>
                  <a:schemeClr val="bg1"/>
                </a:solidFill>
                <a:latin typeface="Roboto Black" panose="02000000000000000000" pitchFamily="2" charset="0"/>
                <a:ea typeface="Roboto Black" panose="02000000000000000000" pitchFamily="2" charset="0"/>
                <a:cs typeface="Roboto Black" panose="02000000000000000000" pitchFamily="2" charset="0"/>
              </a:rPr>
              <a:t>For all the client queries asking for the same domain name, only send out one DNS query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3619729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– so far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</a:pPr>
            <a:r>
              <a:rPr lang="en-US" altLang="en-US" sz="3200" b="1" dirty="0">
                <a:latin typeface="Avenir Next" panose="020B0503020202020204" pitchFamily="34" charset="0"/>
              </a:rPr>
              <a:t>Early versions of DNS servers deterministically incremented the ID field</a:t>
            </a:r>
          </a:p>
          <a:p>
            <a:pPr>
              <a:lnSpc>
                <a:spcPct val="100000"/>
              </a:lnSpc>
            </a:pPr>
            <a:r>
              <a:rPr lang="en-US" altLang="en-US" sz="3200" b="1" dirty="0">
                <a:latin typeface="Avenir Next" panose="020B0503020202020204" pitchFamily="34" charset="0"/>
              </a:rPr>
              <a:t>Vulnerabilities were discovered in the random ID generation</a:t>
            </a:r>
          </a:p>
          <a:p>
            <a:pPr lvl="1">
              <a:lnSpc>
                <a:spcPct val="10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Weak random number generator</a:t>
            </a:r>
          </a:p>
          <a:p>
            <a:pPr lvl="1">
              <a:lnSpc>
                <a:spcPct val="10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The attacker is able to predict the ID if knowing several IDs in previous transactions</a:t>
            </a:r>
          </a:p>
          <a:p>
            <a:pPr>
              <a:lnSpc>
                <a:spcPct val="100000"/>
              </a:lnSpc>
            </a:pPr>
            <a:r>
              <a:rPr lang="en-US" altLang="en-US" sz="3200" b="1" dirty="0">
                <a:latin typeface="Avenir Next" panose="020B0503020202020204" pitchFamily="34" charset="0"/>
              </a:rPr>
              <a:t>Birthday attack</a:t>
            </a:r>
          </a:p>
          <a:p>
            <a:pPr lvl="1">
              <a:lnSpc>
                <a:spcPct val="10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16- bit (only 65,536 options).</a:t>
            </a:r>
          </a:p>
          <a:p>
            <a:pPr lvl="1">
              <a:lnSpc>
                <a:spcPct val="10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Force the resolver to send many identical queries, with different IDs, at the same time</a:t>
            </a:r>
          </a:p>
          <a:p>
            <a:pPr lvl="1">
              <a:lnSpc>
                <a:spcPct val="10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Increase the probability of making a correct guess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7596865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2" y="-5493"/>
            <a:ext cx="8051955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DNS Cache Poisoning (3)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3600" dirty="0">
                <a:latin typeface="Avenir Next" panose="020B0503020202020204" pitchFamily="34" charset="0"/>
              </a:rPr>
              <a:t>Kaminsky Attack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Big security news in summer of 2008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DNS servers were quickly patched to defend against this attack </a:t>
            </a:r>
          </a:p>
          <a:p>
            <a:pPr lvl="1"/>
            <a:r>
              <a:rPr lang="en-US" sz="3200" b="1" dirty="0">
                <a:latin typeface="Avenir Next" panose="020B0503020202020204" pitchFamily="34" charset="0"/>
              </a:rPr>
              <a:t>Sophisticated attack</a:t>
            </a:r>
            <a:r>
              <a:rPr lang="en-US" sz="3200" dirty="0">
                <a:latin typeface="Avenir Next" panose="020B0503020202020204" pitchFamily="34" charset="0"/>
              </a:rPr>
              <a:t> </a:t>
            </a:r>
          </a:p>
          <a:p>
            <a:r>
              <a:rPr lang="en-US" sz="3600" dirty="0">
                <a:latin typeface="Avenir Next" panose="020B0503020202020204" pitchFamily="34" charset="0"/>
              </a:rPr>
              <a:t>In prior attacks, when the attacker loses the race, the record is cached with a TTL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Before TTL expires, new instance of the attack cannot be carried out </a:t>
            </a:r>
          </a:p>
          <a:p>
            <a:pPr lvl="1"/>
            <a:r>
              <a:rPr lang="en-US" sz="3200" dirty="0">
                <a:latin typeface="Avenir Next" panose="020B0503020202020204" pitchFamily="34" charset="0"/>
              </a:rPr>
              <a:t>Poisoning address for </a:t>
            </a:r>
            <a:r>
              <a:rPr 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google.com</a:t>
            </a:r>
            <a:r>
              <a:rPr lang="en-US" sz="3200" dirty="0">
                <a:latin typeface="Avenir Next" panose="020B0503020202020204" pitchFamily="34" charset="0"/>
              </a:rPr>
              <a:t> in a DNS server is not easy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12842314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40976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 Attack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81934EC0-4FFA-1F35-F36D-C40C2EBE809E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298" y="2553138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0AEB13E9-1214-FAC1-6F4C-B2DC821EFCA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61A7F9-A2F5-175E-B044-C39C8ED185C6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B4047ED-DA41-D0A5-4B31-383AABF23208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59510" y="1495708"/>
            <a:ext cx="12538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099A0A-A759-8628-BF27-2461398205FF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DA7BD828-6684-9E05-6939-5789334346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C8F4335-4EC4-96DC-37E9-2AC9D0321E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E89119E1-D0F9-992B-8470-3BFF9A300444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6A32C37-6C91-38BD-DF04-FB4CD87FC2A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B54B100-ABA2-520D-2DDF-B15D459159DA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A74899E-5056-1ADC-5E63-AC028A7C7405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181834" y="5558290"/>
            <a:ext cx="78258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22FABB-57A1-2904-795A-9F3B9A67CD83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889246" y="5558290"/>
            <a:ext cx="111921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pic>
        <p:nvPicPr>
          <p:cNvPr id="3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E3EC2676-65E6-EE43-4801-3BD7148C10CD}"/>
              </a:ext>
            </a:extLst>
          </p:cNvPr>
          <p:cNvPicPr>
            <a:picLocks noChangeAspect="1" noChangeArrowheads="1"/>
          </p:cNvPicPr>
          <p:nvPr>
            <p:custDataLst>
              <p:tags r:id="rId13"/>
            </p:custDataLst>
          </p:nvPr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0759" y="4582138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" descr="D:\Classes\CS 4700\assets\devil-icon.png">
            <a:extLst>
              <a:ext uri="{FF2B5EF4-FFF2-40B4-BE49-F238E27FC236}">
                <a16:creationId xmlns:a16="http://schemas.microsoft.com/office/drawing/2014/main" id="{FD2661A5-D813-E84D-0777-1C7B1BC398AF}"/>
              </a:ext>
            </a:extLst>
          </p:cNvPr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7848" y="4818109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0D1845D0-00E5-DD1F-689A-4D088D8FDAD5}"/>
              </a:ext>
            </a:extLst>
          </p:cNvPr>
          <p:cNvSpPr txBox="1"/>
          <p:nvPr>
            <p:custDataLst>
              <p:tags r:id="rId15"/>
            </p:custDataLst>
          </p:nvPr>
        </p:nvSpPr>
        <p:spPr>
          <a:xfrm>
            <a:off x="9067796" y="5220698"/>
            <a:ext cx="14504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ns.attacker.net</a:t>
            </a:r>
          </a:p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6.6.6.8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23486967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40976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 Attack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81934EC0-4FFA-1F35-F36D-C40C2EBE809E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298" y="2553138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0AEB13E9-1214-FAC1-6F4C-B2DC821EFCA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61A7F9-A2F5-175E-B044-C39C8ED185C6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B4047ED-DA41-D0A5-4B31-383AABF23208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59510" y="1495708"/>
            <a:ext cx="12538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099A0A-A759-8628-BF27-2461398205FF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DA7BD828-6684-9E05-6939-5789334346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C8F4335-4EC4-96DC-37E9-2AC9D0321E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E89119E1-D0F9-992B-8470-3BFF9A300444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6A32C37-6C91-38BD-DF04-FB4CD87FC2A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B54B100-ABA2-520D-2DDF-B15D459159DA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A74899E-5056-1ADC-5E63-AC028A7C7405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181834" y="5558290"/>
            <a:ext cx="78258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22FABB-57A1-2904-795A-9F3B9A67CD83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889246" y="5558290"/>
            <a:ext cx="111921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F4C04C1A-1367-6F46-153F-2647C8C90AA4}"/>
              </a:ext>
            </a:extLst>
          </p:cNvPr>
          <p:cNvCxnSpPr/>
          <p:nvPr>
            <p:custDataLst>
              <p:tags r:id="rId13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ular Callout 33">
            <a:extLst>
              <a:ext uri="{FF2B5EF4-FFF2-40B4-BE49-F238E27FC236}">
                <a16:creationId xmlns:a16="http://schemas.microsoft.com/office/drawing/2014/main" id="{A7582A7D-0103-B58C-221D-A23460A686AB}"/>
              </a:ext>
            </a:extLst>
          </p:cNvPr>
          <p:cNvSpPr/>
          <p:nvPr>
            <p:custDataLst>
              <p:tags r:id="rId14"/>
            </p:custDataLst>
          </p:nvPr>
        </p:nvSpPr>
        <p:spPr>
          <a:xfrm>
            <a:off x="2961127" y="3713851"/>
            <a:ext cx="1528482" cy="614083"/>
          </a:xfrm>
          <a:prstGeom prst="wedgeRectCallout">
            <a:avLst>
              <a:gd name="adj1" fmla="val 37843"/>
              <a:gd name="adj2" fmla="val 11181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aaaa.bofa.com?</a:t>
            </a:r>
          </a:p>
        </p:txBody>
      </p:sp>
      <p:pic>
        <p:nvPicPr>
          <p:cNvPr id="3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E3EC2676-65E6-EE43-4801-3BD7148C10CD}"/>
              </a:ext>
            </a:extLst>
          </p:cNvPr>
          <p:cNvPicPr>
            <a:picLocks noChangeAspect="1" noChangeArrowheads="1"/>
          </p:cNvPicPr>
          <p:nvPr>
            <p:custDataLst>
              <p:tags r:id="rId15"/>
            </p:custDataLst>
          </p:nvPr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0759" y="4582138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" descr="D:\Classes\CS 4700\assets\devil-icon.png">
            <a:extLst>
              <a:ext uri="{FF2B5EF4-FFF2-40B4-BE49-F238E27FC236}">
                <a16:creationId xmlns:a16="http://schemas.microsoft.com/office/drawing/2014/main" id="{FD2661A5-D813-E84D-0777-1C7B1BC398AF}"/>
              </a:ext>
            </a:extLst>
          </p:cNvPr>
          <p:cNvPicPr>
            <a:picLocks noChangeAspect="1" noChangeArrowheads="1"/>
          </p:cNvPicPr>
          <p:nvPr>
            <p:custDataLst>
              <p:tags r:id="rId16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7848" y="4818109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0D1845D0-00E5-DD1F-689A-4D088D8FDAD5}"/>
              </a:ext>
            </a:extLst>
          </p:cNvPr>
          <p:cNvSpPr txBox="1"/>
          <p:nvPr>
            <p:custDataLst>
              <p:tags r:id="rId17"/>
            </p:custDataLst>
          </p:nvPr>
        </p:nvSpPr>
        <p:spPr>
          <a:xfrm>
            <a:off x="9067796" y="5220698"/>
            <a:ext cx="14504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ns.attacker.net</a:t>
            </a:r>
          </a:p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6.6.6.8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CD72FC69-08E7-D3BB-BB8B-093655789498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 flipV="1">
            <a:off x="4421620" y="2621892"/>
            <a:ext cx="1277287" cy="196024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92324692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40976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 Attack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81934EC0-4FFA-1F35-F36D-C40C2EBE809E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298" y="2553138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0AEB13E9-1214-FAC1-6F4C-B2DC821EFCA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61A7F9-A2F5-175E-B044-C39C8ED185C6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B4047ED-DA41-D0A5-4B31-383AABF23208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59510" y="1495708"/>
            <a:ext cx="12538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099A0A-A759-8628-BF27-2461398205FF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DA7BD828-6684-9E05-6939-5789334346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C8F4335-4EC4-96DC-37E9-2AC9D0321E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E89119E1-D0F9-992B-8470-3BFF9A300444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6A32C37-6C91-38BD-DF04-FB4CD87FC2A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B54B100-ABA2-520D-2DDF-B15D459159DA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A74899E-5056-1ADC-5E63-AC028A7C7405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181834" y="5558290"/>
            <a:ext cx="78258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22FABB-57A1-2904-795A-9F3B9A67CD83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889246" y="5558290"/>
            <a:ext cx="111921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sp>
        <p:nvSpPr>
          <p:cNvPr id="22" name="Rectangular Callout 21">
            <a:extLst>
              <a:ext uri="{FF2B5EF4-FFF2-40B4-BE49-F238E27FC236}">
                <a16:creationId xmlns:a16="http://schemas.microsoft.com/office/drawing/2014/main" id="{D98763C9-D80F-7F7A-CB2F-401339B52572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5709399" y="3723078"/>
            <a:ext cx="2881521" cy="2135295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>
              <a:latin typeface="Avenir Next" panose="020B0503020202020204" pitchFamily="34" charset="0"/>
            </a:endParaRPr>
          </a:p>
        </p:txBody>
      </p:sp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AED85C86-D1C7-25CE-E751-84355E8960B7}"/>
              </a:ext>
            </a:extLst>
          </p:cNvPr>
          <p:cNvGraphicFramePr>
            <a:graphicFrameLocks noGrp="1"/>
          </p:cNvGraphicFramePr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1395798038"/>
              </p:ext>
            </p:extLst>
          </p:nvPr>
        </p:nvGraphicFramePr>
        <p:xfrm>
          <a:off x="5826661" y="3825870"/>
          <a:ext cx="2685860" cy="197358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aaaa.bofa.com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A:</a:t>
                      </a:r>
                      <a:r>
                        <a:rPr lang="en-US" sz="1400" baseline="0" dirty="0"/>
                        <a:t> aaaa.bofa.com = 127.0.0.1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NS</a:t>
                      </a:r>
                      <a:r>
                        <a:rPr lang="en-US" sz="1400" baseline="0" dirty="0"/>
                        <a:t> = ns1.bofa.com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ns1.bofa.com = 6.6.6.8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CFFEB015-246E-3A0A-2A8A-2D03659883A8}"/>
              </a:ext>
            </a:extLst>
          </p:cNvPr>
          <p:cNvCxnSpPr>
            <a:stCxn id="7" idx="0"/>
          </p:cNvCxnSpPr>
          <p:nvPr>
            <p:custDataLst>
              <p:tags r:id="rId15"/>
            </p:custDataLst>
          </p:nvPr>
        </p:nvCxnSpPr>
        <p:spPr>
          <a:xfrm flipV="1">
            <a:off x="4643415" y="2728063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F4C04C1A-1367-6F46-153F-2647C8C90AA4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DE467CFF-0159-99FD-6B1A-C8C6968550EE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 flipH="1">
            <a:off x="6353795" y="2137472"/>
            <a:ext cx="1758971" cy="34113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0DB7CAB7-3F06-BF90-7495-65D15E1FE7E0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 flipV="1">
            <a:off x="4703409" y="2690421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14C9916B-0B00-4723-9CD8-7930F1E89C65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4539228" y="2695420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814D717C-56C3-2884-6CE5-179249BF26B7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V="1">
            <a:off x="4777894" y="2743348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902FEE4F-D8A7-0A6D-67D0-E273EA334DD8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 flipV="1">
            <a:off x="4696991" y="2783784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9B60FD90-5E67-E706-B080-78E009222C12}"/>
              </a:ext>
            </a:extLst>
          </p:cNvPr>
          <p:cNvCxnSpPr/>
          <p:nvPr>
            <p:custDataLst>
              <p:tags r:id="rId22"/>
            </p:custDataLst>
          </p:nvPr>
        </p:nvCxnSpPr>
        <p:spPr>
          <a:xfrm flipV="1">
            <a:off x="4858284" y="2786634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0566A2E1-4340-27C4-38FD-D32A200B5938}"/>
              </a:ext>
            </a:extLst>
          </p:cNvPr>
          <p:cNvCxnSpPr/>
          <p:nvPr>
            <p:custDataLst>
              <p:tags r:id="rId23"/>
            </p:custDataLst>
          </p:nvPr>
        </p:nvCxnSpPr>
        <p:spPr>
          <a:xfrm flipV="1">
            <a:off x="4620882" y="2695582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ular Callout 33">
            <a:extLst>
              <a:ext uri="{FF2B5EF4-FFF2-40B4-BE49-F238E27FC236}">
                <a16:creationId xmlns:a16="http://schemas.microsoft.com/office/drawing/2014/main" id="{A7582A7D-0103-B58C-221D-A23460A686AB}"/>
              </a:ext>
            </a:extLst>
          </p:cNvPr>
          <p:cNvSpPr/>
          <p:nvPr>
            <p:custDataLst>
              <p:tags r:id="rId24"/>
            </p:custDataLst>
          </p:nvPr>
        </p:nvSpPr>
        <p:spPr>
          <a:xfrm>
            <a:off x="2961127" y="3713851"/>
            <a:ext cx="1528482" cy="614083"/>
          </a:xfrm>
          <a:prstGeom prst="wedgeRectCallout">
            <a:avLst>
              <a:gd name="adj1" fmla="val 37843"/>
              <a:gd name="adj2" fmla="val 11181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aaaa.bofa.com?</a:t>
            </a:r>
          </a:p>
        </p:txBody>
      </p:sp>
      <p:pic>
        <p:nvPicPr>
          <p:cNvPr id="3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E3EC2676-65E6-EE43-4801-3BD7148C10CD}"/>
              </a:ext>
            </a:extLst>
          </p:cNvPr>
          <p:cNvPicPr>
            <a:picLocks noChangeAspect="1" noChangeArrowheads="1"/>
          </p:cNvPicPr>
          <p:nvPr>
            <p:custDataLst>
              <p:tags r:id="rId25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0759" y="4582138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" descr="D:\Classes\CS 4700\assets\devil-icon.png">
            <a:extLst>
              <a:ext uri="{FF2B5EF4-FFF2-40B4-BE49-F238E27FC236}">
                <a16:creationId xmlns:a16="http://schemas.microsoft.com/office/drawing/2014/main" id="{FD2661A5-D813-E84D-0777-1C7B1BC398AF}"/>
              </a:ext>
            </a:extLst>
          </p:cNvPr>
          <p:cNvPicPr>
            <a:picLocks noChangeAspect="1" noChangeArrowheads="1"/>
          </p:cNvPicPr>
          <p:nvPr>
            <p:custDataLst>
              <p:tags r:id="rId26"/>
            </p:custDataLst>
          </p:nvPr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7848" y="4818109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0D1845D0-00E5-DD1F-689A-4D088D8FDAD5}"/>
              </a:ext>
            </a:extLst>
          </p:cNvPr>
          <p:cNvSpPr txBox="1"/>
          <p:nvPr>
            <p:custDataLst>
              <p:tags r:id="rId27"/>
            </p:custDataLst>
          </p:nvPr>
        </p:nvSpPr>
        <p:spPr>
          <a:xfrm>
            <a:off x="9067796" y="5220698"/>
            <a:ext cx="14504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ns.attacker.net</a:t>
            </a:r>
          </a:p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6.6.6.8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CD72FC69-08E7-D3BB-BB8B-093655789498}"/>
              </a:ext>
            </a:extLst>
          </p:cNvPr>
          <p:cNvCxnSpPr/>
          <p:nvPr>
            <p:custDataLst>
              <p:tags r:id="rId28"/>
            </p:custDataLst>
          </p:nvPr>
        </p:nvCxnSpPr>
        <p:spPr>
          <a:xfrm flipV="1">
            <a:off x="4421620" y="2621892"/>
            <a:ext cx="1277287" cy="196024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45390612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40976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 Attack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81934EC0-4FFA-1F35-F36D-C40C2EBE809E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298" y="2553138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0AEB13E9-1214-FAC1-6F4C-B2DC821EFCA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61A7F9-A2F5-175E-B044-C39C8ED185C6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B4047ED-DA41-D0A5-4B31-383AABF23208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59510" y="1495708"/>
            <a:ext cx="12538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099A0A-A759-8628-BF27-2461398205FF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DA7BD828-6684-9E05-6939-5789334346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C8F4335-4EC4-96DC-37E9-2AC9D0321E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E89119E1-D0F9-992B-8470-3BFF9A300444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6A32C37-6C91-38BD-DF04-FB4CD87FC2A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B54B100-ABA2-520D-2DDF-B15D459159DA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A74899E-5056-1ADC-5E63-AC028A7C7405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4181834" y="5558290"/>
            <a:ext cx="78258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22FABB-57A1-2904-795A-9F3B9A67CD83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1889246" y="5558290"/>
            <a:ext cx="111921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CFFEB015-246E-3A0A-2A8A-2D03659883A8}"/>
              </a:ext>
            </a:extLst>
          </p:cNvPr>
          <p:cNvCxnSpPr>
            <a:stCxn id="7" idx="0"/>
          </p:cNvCxnSpPr>
          <p:nvPr>
            <p:custDataLst>
              <p:tags r:id="rId13"/>
            </p:custDataLst>
          </p:nvPr>
        </p:nvCxnSpPr>
        <p:spPr>
          <a:xfrm flipV="1">
            <a:off x="4643415" y="2728063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" name="Picture 24">
            <a:extLst>
              <a:ext uri="{FF2B5EF4-FFF2-40B4-BE49-F238E27FC236}">
                <a16:creationId xmlns:a16="http://schemas.microsoft.com/office/drawing/2014/main" id="{E61446A7-BB83-F1C4-FF8E-1E211973AC71}"/>
              </a:ext>
            </a:extLst>
          </p:cNvPr>
          <p:cNvPicPr>
            <a:picLocks noChangeAspect="1"/>
          </p:cNvPicPr>
          <p:nvPr>
            <p:custDataLst>
              <p:tags r:id="rId14"/>
            </p:custDataLst>
          </p:nvPr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39506" y="2175380"/>
            <a:ext cx="621300" cy="621300"/>
          </a:xfrm>
          <a:prstGeom prst="rect">
            <a:avLst/>
          </a:prstGeom>
        </p:spPr>
      </p:pic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F4C04C1A-1367-6F46-153F-2647C8C90AA4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V="1">
            <a:off x="6363641" y="1908686"/>
            <a:ext cx="1764253" cy="36461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0DB7CAB7-3F06-BF90-7495-65D15E1FE7E0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 flipV="1">
            <a:off x="4703409" y="2690421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14C9916B-0B00-4723-9CD8-7930F1E89C65}"/>
              </a:ext>
            </a:extLst>
          </p:cNvPr>
          <p:cNvCxnSpPr/>
          <p:nvPr>
            <p:custDataLst>
              <p:tags r:id="rId17"/>
            </p:custDataLst>
          </p:nvPr>
        </p:nvCxnSpPr>
        <p:spPr>
          <a:xfrm flipV="1">
            <a:off x="4539228" y="2695420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814D717C-56C3-2884-6CE5-179249BF26B7}"/>
              </a:ext>
            </a:extLst>
          </p:cNvPr>
          <p:cNvCxnSpPr/>
          <p:nvPr>
            <p:custDataLst>
              <p:tags r:id="rId18"/>
            </p:custDataLst>
          </p:nvPr>
        </p:nvCxnSpPr>
        <p:spPr>
          <a:xfrm flipV="1">
            <a:off x="4777894" y="2743348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902FEE4F-D8A7-0A6D-67D0-E273EA334DD8}"/>
              </a:ext>
            </a:extLst>
          </p:cNvPr>
          <p:cNvCxnSpPr/>
          <p:nvPr>
            <p:custDataLst>
              <p:tags r:id="rId19"/>
            </p:custDataLst>
          </p:nvPr>
        </p:nvCxnSpPr>
        <p:spPr>
          <a:xfrm flipV="1">
            <a:off x="4696991" y="2783784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9B60FD90-5E67-E706-B080-78E009222C12}"/>
              </a:ext>
            </a:extLst>
          </p:cNvPr>
          <p:cNvCxnSpPr/>
          <p:nvPr>
            <p:custDataLst>
              <p:tags r:id="rId20"/>
            </p:custDataLst>
          </p:nvPr>
        </p:nvCxnSpPr>
        <p:spPr>
          <a:xfrm flipV="1">
            <a:off x="4858284" y="2786634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0566A2E1-4340-27C4-38FD-D32A200B5938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 flipV="1">
            <a:off x="4620882" y="2695582"/>
            <a:ext cx="1251861" cy="1915827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E3EC2676-65E6-EE43-4801-3BD7148C10CD}"/>
              </a:ext>
            </a:extLst>
          </p:cNvPr>
          <p:cNvPicPr>
            <a:picLocks noChangeAspect="1" noChangeArrowheads="1"/>
          </p:cNvPicPr>
          <p:nvPr>
            <p:custDataLst>
              <p:tags r:id="rId22"/>
            </p:custDataLst>
          </p:nvPr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0759" y="4582138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" descr="D:\Classes\CS 4700\assets\devil-icon.png">
            <a:extLst>
              <a:ext uri="{FF2B5EF4-FFF2-40B4-BE49-F238E27FC236}">
                <a16:creationId xmlns:a16="http://schemas.microsoft.com/office/drawing/2014/main" id="{FD2661A5-D813-E84D-0777-1C7B1BC398AF}"/>
              </a:ext>
            </a:extLst>
          </p:cNvPr>
          <p:cNvPicPr>
            <a:picLocks noChangeAspect="1" noChangeArrowheads="1"/>
          </p:cNvPicPr>
          <p:nvPr>
            <p:custDataLst>
              <p:tags r:id="rId23"/>
            </p:custDataLst>
          </p:nvPr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7848" y="4818109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0D1845D0-00E5-DD1F-689A-4D088D8FDAD5}"/>
              </a:ext>
            </a:extLst>
          </p:cNvPr>
          <p:cNvSpPr txBox="1"/>
          <p:nvPr>
            <p:custDataLst>
              <p:tags r:id="rId24"/>
            </p:custDataLst>
          </p:nvPr>
        </p:nvSpPr>
        <p:spPr>
          <a:xfrm>
            <a:off x="9067796" y="5220698"/>
            <a:ext cx="14504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ns.attacker.net</a:t>
            </a:r>
          </a:p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6.6.6.8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CD72FC69-08E7-D3BB-BB8B-093655789498}"/>
              </a:ext>
            </a:extLst>
          </p:cNvPr>
          <p:cNvCxnSpPr/>
          <p:nvPr>
            <p:custDataLst>
              <p:tags r:id="rId25"/>
            </p:custDataLst>
          </p:nvPr>
        </p:nvCxnSpPr>
        <p:spPr>
          <a:xfrm flipV="1">
            <a:off x="4421620" y="2621892"/>
            <a:ext cx="1277287" cy="196024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Rectangular Callout 38">
            <a:extLst>
              <a:ext uri="{FF2B5EF4-FFF2-40B4-BE49-F238E27FC236}">
                <a16:creationId xmlns:a16="http://schemas.microsoft.com/office/drawing/2014/main" id="{5DAE1C5C-984E-AD6C-A549-02534176DAD8}"/>
              </a:ext>
            </a:extLst>
          </p:cNvPr>
          <p:cNvSpPr/>
          <p:nvPr>
            <p:custDataLst>
              <p:tags r:id="rId26"/>
            </p:custDataLst>
          </p:nvPr>
        </p:nvSpPr>
        <p:spPr>
          <a:xfrm>
            <a:off x="2949785" y="3716958"/>
            <a:ext cx="1528482" cy="614083"/>
          </a:xfrm>
          <a:prstGeom prst="wedgeRectCallout">
            <a:avLst>
              <a:gd name="adj1" fmla="val 37843"/>
              <a:gd name="adj2" fmla="val 11181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aaab.bofa.com?</a:t>
            </a:r>
          </a:p>
        </p:txBody>
      </p:sp>
      <p:sp>
        <p:nvSpPr>
          <p:cNvPr id="40" name="Rectangular Callout 39">
            <a:extLst>
              <a:ext uri="{FF2B5EF4-FFF2-40B4-BE49-F238E27FC236}">
                <a16:creationId xmlns:a16="http://schemas.microsoft.com/office/drawing/2014/main" id="{A721E781-2604-A4D6-791A-525E2C274712}"/>
              </a:ext>
            </a:extLst>
          </p:cNvPr>
          <p:cNvSpPr/>
          <p:nvPr>
            <p:custDataLst>
              <p:tags r:id="rId27"/>
            </p:custDataLst>
          </p:nvPr>
        </p:nvSpPr>
        <p:spPr>
          <a:xfrm>
            <a:off x="5737659" y="3744819"/>
            <a:ext cx="2881521" cy="2135295"/>
          </a:xfrm>
          <a:prstGeom prst="wedgeRectCallout">
            <a:avLst>
              <a:gd name="adj1" fmla="val -70712"/>
              <a:gd name="adj2" fmla="val 8840"/>
            </a:avLst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>
              <a:latin typeface="Avenir Next" panose="020B0503020202020204" pitchFamily="34" charset="0"/>
            </a:endParaRPr>
          </a:p>
        </p:txBody>
      </p:sp>
      <p:graphicFrame>
        <p:nvGraphicFramePr>
          <p:cNvPr id="41" name="Table 40">
            <a:extLst>
              <a:ext uri="{FF2B5EF4-FFF2-40B4-BE49-F238E27FC236}">
                <a16:creationId xmlns:a16="http://schemas.microsoft.com/office/drawing/2014/main" id="{A0F64895-93DF-C0D0-6355-6DB1E1921491}"/>
              </a:ext>
            </a:extLst>
          </p:cNvPr>
          <p:cNvGraphicFramePr>
            <a:graphicFrameLocks noGrp="1"/>
          </p:cNvGraphicFramePr>
          <p:nvPr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752122261"/>
              </p:ext>
            </p:extLst>
          </p:nvPr>
        </p:nvGraphicFramePr>
        <p:xfrm>
          <a:off x="5854921" y="3847611"/>
          <a:ext cx="2685860" cy="197358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1601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5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TxID</a:t>
                      </a:r>
                      <a:r>
                        <a:rPr lang="en-US" sz="1400" dirty="0"/>
                        <a:t>: ????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/>
                        <a:t>Q: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/>
                        <a:t>A: 1</a:t>
                      </a:r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1</a:t>
                      </a:r>
                    </a:p>
                  </a:txBody>
                  <a:tcPr marL="68580" marR="68580" marT="34290" marB="34290"/>
                </a:tc>
                <a:tc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</a:t>
                      </a:r>
                      <a:r>
                        <a:rPr lang="en-US" sz="1400" baseline="0" dirty="0"/>
                        <a:t> 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Q: Where is aaab.bofa.com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/>
                        <a:t>A</a:t>
                      </a:r>
                      <a:r>
                        <a:rPr lang="en-US" sz="1400" baseline="0" dirty="0"/>
                        <a:t> aaab.bofa.com 127.0.0.1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Auth</a:t>
                      </a:r>
                      <a:r>
                        <a:rPr lang="en-US" sz="1400" dirty="0"/>
                        <a:t>: NS</a:t>
                      </a:r>
                      <a:r>
                        <a:rPr lang="en-US" sz="1400" baseline="0" dirty="0"/>
                        <a:t> ns1.bofa.com</a:t>
                      </a:r>
                      <a:endParaRPr lang="en-US" sz="1400" dirty="0"/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8130">
                <a:tc gridSpan="2">
                  <a:txBody>
                    <a:bodyPr/>
                    <a:lstStyle/>
                    <a:p>
                      <a:r>
                        <a:rPr lang="en-US" sz="1400" dirty="0" err="1"/>
                        <a:t>Addl</a:t>
                      </a:r>
                      <a:r>
                        <a:rPr lang="en-US" sz="1400" dirty="0"/>
                        <a:t>: A ns1.bofa.com 6.6.6.8</a:t>
                      </a:r>
                    </a:p>
                  </a:txBody>
                  <a:tcPr marL="68580" marR="68580" marT="34290" marB="3429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00784307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-8092" y="-5493"/>
            <a:ext cx="4409763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 Attack</a:t>
            </a:r>
          </a:p>
        </p:txBody>
      </p:sp>
      <p:pic>
        <p:nvPicPr>
          <p:cNvPr id="6" name="Content Placeholder 17">
            <a:extLst>
              <a:ext uri="{FF2B5EF4-FFF2-40B4-BE49-F238E27FC236}">
                <a16:creationId xmlns:a16="http://schemas.microsoft.com/office/drawing/2014/main" id="{81934EC0-4FFA-1F35-F36D-C40C2EBE809E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298" y="2553138"/>
            <a:ext cx="856060" cy="856060"/>
          </a:xfrm>
          <a:prstGeom prst="rect">
            <a:avLst/>
          </a:prstGeom>
        </p:spPr>
      </p:pic>
      <p:pic>
        <p:nvPicPr>
          <p:cNvPr id="7" name="Picture 2" descr="D:\Classes\CS 4700\assets\devil-icon.png">
            <a:extLst>
              <a:ext uri="{FF2B5EF4-FFF2-40B4-BE49-F238E27FC236}">
                <a16:creationId xmlns:a16="http://schemas.microsoft.com/office/drawing/2014/main" id="{0AEB13E9-1214-FAC1-6F4C-B2DC821EFCA5}"/>
              </a:ext>
            </a:extLst>
          </p:cNvPr>
          <p:cNvPicPr>
            <a:picLocks noChangeAspect="1" noChangeArrowheads="1"/>
          </p:cNvPicPr>
          <p:nvPr>
            <p:custDataLst>
              <p:tags r:id="rId4"/>
            </p:custDataLst>
          </p:nvPr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6214" y="4643889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C361A7F9-A2F5-175E-B044-C39C8ED185C6}"/>
              </a:ext>
            </a:extLst>
          </p:cNvPr>
          <p:cNvPicPr>
            <a:picLocks noChangeAspect="1" noChangeArrowheads="1"/>
          </p:cNvPicPr>
          <p:nvPr>
            <p:custDataLst>
              <p:tags r:id="rId5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4533" y="205435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B4047ED-DA41-D0A5-4B31-383AABF23208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5459510" y="1495708"/>
            <a:ext cx="12538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Local</a:t>
            </a:r>
          </a:p>
          <a:p>
            <a:pPr algn="ctr"/>
            <a:r>
              <a:rPr lang="en-US" sz="1500" dirty="0" err="1">
                <a:latin typeface="Avenir Next" panose="020B0503020202020204" pitchFamily="34" charset="0"/>
              </a:rPr>
              <a:t>Nameserver</a:t>
            </a:r>
            <a:endParaRPr lang="en-US" sz="1500" dirty="0">
              <a:latin typeface="Avenir Next" panose="020B0503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099A0A-A759-8628-BF27-2461398205FF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46426" y="4590844"/>
            <a:ext cx="1420520" cy="927654"/>
            <a:chOff x="8158758" y="1455183"/>
            <a:chExt cx="1983514" cy="1348399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DA7BD828-6684-9E05-6939-5789334346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82167" y="1822688"/>
              <a:ext cx="980894" cy="980894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C8F4335-4EC4-96DC-37E9-2AC9D0321E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58758" y="1455183"/>
              <a:ext cx="1983514" cy="245915"/>
            </a:xfrm>
            <a:prstGeom prst="rect">
              <a:avLst/>
            </a:prstGeom>
          </p:spPr>
        </p:pic>
      </p:grpSp>
      <p:sp>
        <p:nvSpPr>
          <p:cNvPr id="13" name="Cloud 12">
            <a:extLst>
              <a:ext uri="{FF2B5EF4-FFF2-40B4-BE49-F238E27FC236}">
                <a16:creationId xmlns:a16="http://schemas.microsoft.com/office/drawing/2014/main" id="{E89119E1-D0F9-992B-8470-3BFF9A300444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8220780" y="1294515"/>
            <a:ext cx="1761565" cy="1339162"/>
          </a:xfrm>
          <a:prstGeom prst="clou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Honest DNS Servers</a:t>
            </a:r>
          </a:p>
        </p:txBody>
      </p:sp>
      <p:pic>
        <p:nvPicPr>
          <p:cNvPr id="14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06A32C37-6C91-38BD-DF04-FB4CD87FC2A7}"/>
              </a:ext>
            </a:extLst>
          </p:cNvPr>
          <p:cNvPicPr>
            <a:picLocks noChangeAspect="1" noChangeArrowheads="1"/>
          </p:cNvPicPr>
          <p:nvPr>
            <p:custDataLst>
              <p:tags r:id="rId9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1562" y="1068936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5B54B100-ABA2-520D-2DDF-B15D459159DA}"/>
              </a:ext>
            </a:extLst>
          </p:cNvPr>
          <p:cNvPicPr>
            <a:picLocks noChangeAspect="1" noChangeArrowheads="1"/>
          </p:cNvPicPr>
          <p:nvPr>
            <p:custDataLst>
              <p:tags r:id="rId10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02297" y="1401850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ular Callout 15">
            <a:extLst>
              <a:ext uri="{FF2B5EF4-FFF2-40B4-BE49-F238E27FC236}">
                <a16:creationId xmlns:a16="http://schemas.microsoft.com/office/drawing/2014/main" id="{3F700357-A158-DA9C-5E6F-07146E1184AB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736655" y="1728298"/>
            <a:ext cx="1528482" cy="614083"/>
          </a:xfrm>
          <a:prstGeom prst="wedgeRectCallout">
            <a:avLst>
              <a:gd name="adj1" fmla="val 282"/>
              <a:gd name="adj2" fmla="val 10264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en-US" sz="1500" kern="0" dirty="0">
                <a:solidFill>
                  <a:sysClr val="window" lastClr="FFFFFF"/>
                </a:solidFill>
                <a:latin typeface="Avenir Next" panose="020B0503020202020204" pitchFamily="34" charset="0"/>
              </a:rPr>
              <a:t>Where is www.bofa.com?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A74899E-5056-1ADC-5E63-AC028A7C7405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4181834" y="5558290"/>
            <a:ext cx="78258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C22FABB-57A1-2904-795A-9F3B9A67CD83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1889246" y="5558290"/>
            <a:ext cx="1119217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102.32.0.1</a:t>
            </a: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27FA8A8-693D-09DB-CA03-8CFB011279A4}"/>
              </a:ext>
            </a:extLst>
          </p:cNvPr>
          <p:cNvCxnSpPr/>
          <p:nvPr>
            <p:custDataLst>
              <p:tags r:id="rId14"/>
            </p:custDataLst>
          </p:nvPr>
        </p:nvCxnSpPr>
        <p:spPr>
          <a:xfrm flipV="1">
            <a:off x="3022945" y="2411660"/>
            <a:ext cx="2575515" cy="358399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8F4DCD0C-4696-CEE2-3570-A535E5EC4F08}"/>
              </a:ext>
            </a:extLst>
          </p:cNvPr>
          <p:cNvCxnSpPr/>
          <p:nvPr>
            <p:custDataLst>
              <p:tags r:id="rId15"/>
            </p:custDataLst>
          </p:nvPr>
        </p:nvCxnSpPr>
        <p:spPr>
          <a:xfrm flipH="1">
            <a:off x="3036391" y="2633678"/>
            <a:ext cx="2562068" cy="347017"/>
          </a:xfrm>
          <a:prstGeom prst="straightConnector1">
            <a:avLst/>
          </a:prstGeom>
          <a:ln w="5715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BD0D83B7-5765-85ED-4DEE-2FE95EDC0D7B}"/>
              </a:ext>
            </a:extLst>
          </p:cNvPr>
          <p:cNvCxnSpPr/>
          <p:nvPr>
            <p:custDataLst>
              <p:tags r:id="rId16"/>
            </p:custDataLst>
          </p:nvPr>
        </p:nvCxnSpPr>
        <p:spPr>
          <a:xfrm>
            <a:off x="2758002" y="3506322"/>
            <a:ext cx="1505707" cy="1097777"/>
          </a:xfrm>
          <a:prstGeom prst="straightConnector1">
            <a:avLst/>
          </a:prstGeom>
          <a:ln w="5715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" name="Picture 24">
            <a:extLst>
              <a:ext uri="{FF2B5EF4-FFF2-40B4-BE49-F238E27FC236}">
                <a16:creationId xmlns:a16="http://schemas.microsoft.com/office/drawing/2014/main" id="{E61446A7-BB83-F1C4-FF8E-1E211973AC71}"/>
              </a:ext>
            </a:extLst>
          </p:cNvPr>
          <p:cNvPicPr>
            <a:picLocks noChangeAspect="1"/>
          </p:cNvPicPr>
          <p:nvPr>
            <p:custDataLst>
              <p:tags r:id="rId17"/>
            </p:custDataLst>
          </p:nvPr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00000">
            <a:off x="5639506" y="2175380"/>
            <a:ext cx="621300" cy="621300"/>
          </a:xfrm>
          <a:prstGeom prst="rect">
            <a:avLst/>
          </a:prstGeom>
        </p:spPr>
      </p:pic>
      <p:pic>
        <p:nvPicPr>
          <p:cNvPr id="35" name="Picture 3" descr="D:\Pictures\Server_icons_lnx\Icons\128X128\data_server.png">
            <a:extLst>
              <a:ext uri="{FF2B5EF4-FFF2-40B4-BE49-F238E27FC236}">
                <a16:creationId xmlns:a16="http://schemas.microsoft.com/office/drawing/2014/main" id="{E3EC2676-65E6-EE43-4801-3BD7148C10CD}"/>
              </a:ext>
            </a:extLst>
          </p:cNvPr>
          <p:cNvPicPr>
            <a:picLocks noChangeAspect="1" noChangeArrowheads="1"/>
          </p:cNvPicPr>
          <p:nvPr>
            <p:custDataLst>
              <p:tags r:id="rId18"/>
            </p:custDataLst>
          </p:nvPr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0759" y="4582138"/>
            <a:ext cx="523075" cy="523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" descr="D:\Classes\CS 4700\assets\devil-icon.png">
            <a:extLst>
              <a:ext uri="{FF2B5EF4-FFF2-40B4-BE49-F238E27FC236}">
                <a16:creationId xmlns:a16="http://schemas.microsoft.com/office/drawing/2014/main" id="{FD2661A5-D813-E84D-0777-1C7B1BC398AF}"/>
              </a:ext>
            </a:extLst>
          </p:cNvPr>
          <p:cNvPicPr>
            <a:picLocks noChangeAspect="1" noChangeArrowheads="1"/>
          </p:cNvPicPr>
          <p:nvPr>
            <p:custDataLst>
              <p:tags r:id="rId19"/>
            </p:custDataLst>
          </p:nvPr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7848" y="4818109"/>
            <a:ext cx="402590" cy="4025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0D1845D0-00E5-DD1F-689A-4D088D8FDAD5}"/>
              </a:ext>
            </a:extLst>
          </p:cNvPr>
          <p:cNvSpPr txBox="1"/>
          <p:nvPr>
            <p:custDataLst>
              <p:tags r:id="rId20"/>
            </p:custDataLst>
          </p:nvPr>
        </p:nvSpPr>
        <p:spPr>
          <a:xfrm>
            <a:off x="9067796" y="5220698"/>
            <a:ext cx="14504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500" dirty="0">
                <a:latin typeface="Avenir Next" panose="020B0503020202020204" pitchFamily="34" charset="0"/>
              </a:rPr>
              <a:t>ns.attacker.net</a:t>
            </a:r>
          </a:p>
          <a:p>
            <a:pPr algn="ctr"/>
            <a:r>
              <a:rPr lang="en-US" sz="1500" dirty="0">
                <a:latin typeface="Avenir Next" panose="020B0503020202020204" pitchFamily="34" charset="0"/>
              </a:rPr>
              <a:t>6.6.6.8</a:t>
            </a:r>
          </a:p>
        </p:txBody>
      </p:sp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B819E9FA-5680-C02F-D169-EA20D77058EE}"/>
              </a:ext>
            </a:extLst>
          </p:cNvPr>
          <p:cNvCxnSpPr/>
          <p:nvPr>
            <p:custDataLst>
              <p:tags r:id="rId21"/>
            </p:custDataLst>
          </p:nvPr>
        </p:nvCxnSpPr>
        <p:spPr>
          <a:xfrm>
            <a:off x="6370334" y="2308041"/>
            <a:ext cx="3070424" cy="2232547"/>
          </a:xfrm>
          <a:prstGeom prst="straightConnector1">
            <a:avLst/>
          </a:prstGeom>
          <a:ln w="5715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F7F5D05F-CD3C-C3B7-1843-566F510D6EB9}"/>
              </a:ext>
            </a:extLst>
          </p:cNvPr>
          <p:cNvCxnSpPr/>
          <p:nvPr>
            <p:custDataLst>
              <p:tags r:id="rId22"/>
            </p:custDataLst>
          </p:nvPr>
        </p:nvCxnSpPr>
        <p:spPr>
          <a:xfrm flipH="1" flipV="1">
            <a:off x="6370334" y="2483535"/>
            <a:ext cx="2978948" cy="2160354"/>
          </a:xfrm>
          <a:prstGeom prst="straightConnector1">
            <a:avLst/>
          </a:prstGeom>
          <a:ln w="5715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59696481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686609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Features of Kaminsky Attack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3600" dirty="0">
                <a:latin typeface="Avenir Next" panose="020B0503020202020204" pitchFamily="34" charset="0"/>
              </a:rPr>
              <a:t>The attacker does not need to wait to launch an attack </a:t>
            </a:r>
          </a:p>
          <a:p>
            <a:pPr>
              <a:lnSpc>
                <a:spcPct val="80000"/>
              </a:lnSpc>
            </a:pPr>
            <a:r>
              <a:rPr lang="en-US" altLang="en-US" sz="3200" dirty="0">
                <a:latin typeface="Avenir Next" panose="020B0503020202020204" pitchFamily="34" charset="0"/>
              </a:rPr>
              <a:t>The bad guy asks the resolver to look up </a:t>
            </a:r>
            <a:r>
              <a:rPr lang="en-US" altLang="en-US" sz="32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www.google.com</a:t>
            </a:r>
            <a:endParaRPr lang="en-US" altLang="en-US" sz="3200" b="1" dirty="0">
              <a:solidFill>
                <a:srgbClr val="FF0000"/>
              </a:solidFill>
              <a:latin typeface="Avenir Next" panose="020B0503020202020204" pitchFamily="34" charset="0"/>
            </a:endParaRPr>
          </a:p>
          <a:p>
            <a:pPr lvl="1">
              <a:lnSpc>
                <a:spcPct val="8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If the bad guy lost the race, the other race for </a:t>
            </a:r>
            <a:r>
              <a:rPr lang="en-US" altLang="en-US" sz="28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www.google.com</a:t>
            </a:r>
            <a:r>
              <a:rPr lang="en-US" altLang="en-US" sz="2800" dirty="0">
                <a:latin typeface="Avenir Next" panose="020B0503020202020204" pitchFamily="34" charset="0"/>
              </a:rPr>
              <a:t> will be suppressed by the TTL</a:t>
            </a:r>
          </a:p>
          <a:p>
            <a:pPr lvl="1">
              <a:lnSpc>
                <a:spcPct val="80000"/>
              </a:lnSpc>
            </a:pPr>
            <a:endParaRPr lang="en-US" altLang="en-US" sz="2800" dirty="0">
              <a:latin typeface="Avenir Next" panose="020B0503020202020204" pitchFamily="34" charset="0"/>
            </a:endParaRPr>
          </a:p>
          <a:p>
            <a:pPr>
              <a:lnSpc>
                <a:spcPct val="80000"/>
              </a:lnSpc>
            </a:pPr>
            <a:r>
              <a:rPr lang="en-US" altLang="en-US" sz="3200" dirty="0">
                <a:latin typeface="Avenir Next" panose="020B0503020202020204" pitchFamily="34" charset="0"/>
              </a:rPr>
              <a:t>If the bad guy asks the resolver to look up </a:t>
            </a:r>
            <a:r>
              <a:rPr lang="en-US" alt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  <a:t>1.google.com</a:t>
            </a:r>
            <a:r>
              <a:rPr lang="en-US" altLang="en-US" sz="3200" dirty="0">
                <a:latin typeface="Avenir Next" panose="020B0503020202020204" pitchFamily="34" charset="0"/>
              </a:rPr>
              <a:t>, </a:t>
            </a:r>
            <a:r>
              <a:rPr lang="en-US" alt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  <a:t>2.google.com</a:t>
            </a:r>
            <a:r>
              <a:rPr lang="en-US" altLang="en-US" sz="3200" dirty="0">
                <a:latin typeface="Avenir Next" panose="020B0503020202020204" pitchFamily="34" charset="0"/>
              </a:rPr>
              <a:t>, </a:t>
            </a:r>
            <a:r>
              <a:rPr lang="en-US" altLang="en-US" sz="3200" b="1" dirty="0">
                <a:solidFill>
                  <a:srgbClr val="FF0000"/>
                </a:solidFill>
                <a:latin typeface="Avenir Next" panose="020B0503020202020204" pitchFamily="34" charset="0"/>
              </a:rPr>
              <a:t>3.google.com</a:t>
            </a:r>
            <a:r>
              <a:rPr lang="en-US" altLang="en-US" sz="3200" dirty="0">
                <a:latin typeface="Avenir Next" panose="020B0503020202020204" pitchFamily="34" charset="0"/>
              </a:rPr>
              <a:t>, and so on</a:t>
            </a:r>
          </a:p>
          <a:p>
            <a:pPr lvl="1">
              <a:lnSpc>
                <a:spcPct val="8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Each new query starts a new race</a:t>
            </a:r>
          </a:p>
          <a:p>
            <a:pPr lvl="1">
              <a:lnSpc>
                <a:spcPct val="80000"/>
              </a:lnSpc>
            </a:pPr>
            <a:endParaRPr lang="en-US" altLang="en-US" sz="2800" dirty="0">
              <a:latin typeface="Avenir Next" panose="020B0503020202020204" pitchFamily="34" charset="0"/>
            </a:endParaRPr>
          </a:p>
          <a:p>
            <a:pPr>
              <a:lnSpc>
                <a:spcPct val="80000"/>
              </a:lnSpc>
            </a:pPr>
            <a:r>
              <a:rPr lang="en-US" altLang="en-US" sz="3200" dirty="0">
                <a:latin typeface="Avenir Next" panose="020B0503020202020204" pitchFamily="34" charset="0"/>
              </a:rPr>
              <a:t>Eventually, the bad guy will win</a:t>
            </a:r>
          </a:p>
          <a:p>
            <a:pPr lvl="1">
              <a:lnSpc>
                <a:spcPct val="8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he is able to spoof </a:t>
            </a:r>
            <a:r>
              <a:rPr lang="en-US" altLang="en-US" sz="2800" b="1" dirty="0">
                <a:solidFill>
                  <a:srgbClr val="FF0000"/>
                </a:solidFill>
                <a:latin typeface="Avenir Next" panose="020B0503020202020204" pitchFamily="34" charset="0"/>
              </a:rPr>
              <a:t>183.google.com</a:t>
            </a:r>
          </a:p>
          <a:p>
            <a:pPr lvl="1">
              <a:lnSpc>
                <a:spcPct val="80000"/>
              </a:lnSpc>
            </a:pPr>
            <a:r>
              <a:rPr lang="en-US" altLang="en-US" sz="2800" dirty="0">
                <a:latin typeface="Avenir Next" panose="020B0503020202020204" pitchFamily="34" charset="0"/>
              </a:rPr>
              <a:t>So what? No one wants to visit </a:t>
            </a:r>
            <a:r>
              <a:rPr lang="en-US" altLang="en-US" sz="2800" b="1" dirty="0">
                <a:solidFill>
                  <a:srgbClr val="FF0000"/>
                </a:solidFill>
                <a:latin typeface="Avenir Next" panose="020B0503020202020204" pitchFamily="34" charset="0"/>
              </a:rPr>
              <a:t>183.google.com</a:t>
            </a:r>
            <a:endParaRPr lang="en-US" sz="4000" dirty="0">
              <a:latin typeface="Avenir Next" panose="020B0503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65174050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686609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Kaminsky-style Poisoning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altLang="en-US" sz="4000" dirty="0">
                <a:latin typeface="Avenir Next" panose="020B0503020202020204" pitchFamily="34" charset="0"/>
              </a:rPr>
              <a:t>A bad guy who wins the race for “</a:t>
            </a:r>
            <a:r>
              <a:rPr lang="en-US" altLang="en-US" sz="4000" b="1" dirty="0">
                <a:solidFill>
                  <a:srgbClr val="FF0000"/>
                </a:solidFill>
                <a:latin typeface="Avenir Next" panose="020B0503020202020204" pitchFamily="34" charset="0"/>
              </a:rPr>
              <a:t>183.google.com</a:t>
            </a:r>
            <a:r>
              <a:rPr lang="en-US" altLang="en-US" sz="4000" dirty="0">
                <a:latin typeface="Avenir Next" panose="020B0503020202020204" pitchFamily="34" charset="0"/>
              </a:rPr>
              <a:t>” can end up stealing “</a:t>
            </a:r>
            <a:r>
              <a:rPr lang="en-US" altLang="ja-JP" sz="40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www.google.com</a:t>
            </a:r>
            <a:r>
              <a:rPr lang="en-US" altLang="en-US" sz="4000" dirty="0">
                <a:latin typeface="Avenir Next" panose="020B0503020202020204" pitchFamily="34" charset="0"/>
              </a:rPr>
              <a:t>”</a:t>
            </a:r>
            <a:r>
              <a:rPr lang="en-US" altLang="ja-JP" sz="4000" dirty="0">
                <a:latin typeface="Avenir Next" panose="020B0503020202020204" pitchFamily="34" charset="0"/>
              </a:rPr>
              <a:t> as well</a:t>
            </a:r>
          </a:p>
          <a:p>
            <a:pPr lvl="1"/>
            <a:endParaRPr lang="en-US" altLang="en-US" sz="3600" dirty="0">
              <a:latin typeface="Avenir Next" panose="020B0503020202020204" pitchFamily="34" charset="0"/>
            </a:endParaRPr>
          </a:p>
          <a:p>
            <a:r>
              <a:rPr lang="en-US" altLang="en-US" sz="4000" dirty="0">
                <a:latin typeface="Avenir Next" panose="020B0503020202020204" pitchFamily="34" charset="0"/>
              </a:rPr>
              <a:t>Original malicious response:</a:t>
            </a:r>
          </a:p>
          <a:p>
            <a:pPr lvl="1"/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google.com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    NS   </a:t>
            </a:r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www.google.com</a:t>
            </a:r>
            <a:endParaRPr lang="en-US" altLang="en-US" sz="3600" b="1" dirty="0">
              <a:solidFill>
                <a:srgbClr val="FF0000"/>
              </a:solidFill>
              <a:latin typeface="Avenir Next" panose="020B0503020202020204" pitchFamily="34" charset="0"/>
            </a:endParaRPr>
          </a:p>
          <a:p>
            <a:pPr lvl="1"/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www.google.com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    A    6.6.6.6</a:t>
            </a:r>
          </a:p>
          <a:p>
            <a:r>
              <a:rPr lang="en-US" altLang="en-US" sz="4000" dirty="0">
                <a:latin typeface="Avenir Next" panose="020B0503020202020204" pitchFamily="34" charset="0"/>
              </a:rPr>
              <a:t>Killer response:</a:t>
            </a:r>
          </a:p>
          <a:p>
            <a:pPr lvl="1"/>
            <a:r>
              <a:rPr lang="en-US" altLang="en-US" sz="3600" b="1" dirty="0" err="1">
                <a:solidFill>
                  <a:srgbClr val="FF0000"/>
                </a:solidFill>
                <a:latin typeface="Avenir Next" panose="020B0503020202020204" pitchFamily="34" charset="0"/>
              </a:rPr>
              <a:t>google.com</a:t>
            </a:r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    NS   ns1.google.com</a:t>
            </a:r>
          </a:p>
          <a:p>
            <a:pPr lvl="1"/>
            <a:r>
              <a:rPr lang="en-US" altLang="en-US" sz="3600" b="1" dirty="0">
                <a:solidFill>
                  <a:srgbClr val="FF0000"/>
                </a:solidFill>
                <a:latin typeface="Avenir Next" panose="020B0503020202020204" pitchFamily="34" charset="0"/>
              </a:rPr>
              <a:t>ns1.google.com A 12.34.56.78 [GLUE RECORD]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6680579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698BFF0-68A3-505A-AEDD-6BE77616F125}"/>
              </a:ext>
            </a:extLst>
          </p:cNvPr>
          <p:cNvSpPr txBox="1"/>
          <p:nvPr/>
        </p:nvSpPr>
        <p:spPr>
          <a:xfrm>
            <a:off x="-8091" y="-5493"/>
            <a:ext cx="6866092" cy="707886"/>
          </a:xfrm>
          <a:prstGeom prst="rect">
            <a:avLst/>
          </a:prstGeom>
          <a:solidFill>
            <a:srgbClr val="C00000"/>
          </a:solidFill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Playfair Display Medium" pitchFamily="2" charset="77"/>
              </a:rPr>
              <a:t>Kaminsky-style Poisoning</a:t>
            </a:r>
          </a:p>
        </p:txBody>
      </p:sp>
      <p:sp>
        <p:nvSpPr>
          <p:cNvPr id="2" name="Content Placeholder 5">
            <a:extLst>
              <a:ext uri="{FF2B5EF4-FFF2-40B4-BE49-F238E27FC236}">
                <a16:creationId xmlns:a16="http://schemas.microsoft.com/office/drawing/2014/main" id="{412EA1E4-AC95-46A7-7D9E-D3840CFFC2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" y="733172"/>
            <a:ext cx="12191999" cy="6124828"/>
          </a:xfrm>
        </p:spPr>
        <p:txBody>
          <a:bodyPr>
            <a:noAutofit/>
          </a:bodyPr>
          <a:lstStyle/>
          <a:p>
            <a:r>
              <a:rPr lang="en-US" sz="5400" dirty="0">
                <a:latin typeface="Avenir Next" panose="020B0503020202020204" pitchFamily="34" charset="0"/>
              </a:rPr>
              <a:t> </a:t>
            </a:r>
            <a:r>
              <a:rPr lang="en-US" sz="5400" b="1" dirty="0">
                <a:latin typeface="Avenir Next" panose="020B0503020202020204" pitchFamily="34" charset="0"/>
              </a:rPr>
              <a:t>Why does it succeed?</a:t>
            </a:r>
            <a:r>
              <a:rPr lang="en-US" sz="5400" dirty="0">
                <a:latin typeface="Avenir Next" panose="020B0503020202020204" pitchFamily="34" charset="0"/>
              </a:rPr>
              <a:t> </a:t>
            </a:r>
          </a:p>
          <a:p>
            <a:pPr lvl="1"/>
            <a:r>
              <a:rPr lang="en-US" sz="4800" dirty="0">
                <a:latin typeface="Avenir Next" panose="020B0503020202020204" pitchFamily="34" charset="0"/>
              </a:rPr>
              <a:t>The attacker can start a new instance of attack anytime without waiting for the cache entry to expire </a:t>
            </a:r>
          </a:p>
          <a:p>
            <a:pPr lvl="1"/>
            <a:r>
              <a:rPr lang="en-US" sz="4800" dirty="0">
                <a:latin typeface="Avenir Next" panose="020B0503020202020204" pitchFamily="34" charset="0"/>
              </a:rPr>
              <a:t>No wait penalty for racing failure </a:t>
            </a:r>
          </a:p>
          <a:p>
            <a:pPr lvl="1"/>
            <a:r>
              <a:rPr lang="en-US" sz="4800" dirty="0">
                <a:latin typeface="Avenir Next" panose="020B0503020202020204" pitchFamily="34" charset="0"/>
              </a:rPr>
              <a:t>The attack is only bandwidth limited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1747214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"/>
  <p:tag name="PPSPLIT_DONE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7"/>
  <p:tag name="PPSPLIT_DONE" val="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7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8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9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0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  <p:tag name="PPSPLIT_DONE" val="1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1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2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4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5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0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0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  <p:tag name="PPSPLIT_DONE" val="1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6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6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7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8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9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  <p:tag name="PPSPLIT_DONE" val="1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7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8"/>
  <p:tag name="PPSPLIT_DONE" val="1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0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3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4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8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0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445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3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894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9"/>
  <p:tag name="PPSPLIT_DONE" val="1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4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5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9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0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1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2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9"/>
  <p:tag name="PPSPLIT_DONE" val="1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4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5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9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0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1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2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19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4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5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573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19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0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1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922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0"/>
  <p:tag name="PPSPLIT_DONE" val="1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38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0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1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2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3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4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5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6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0"/>
  <p:tag name="PPSPLIT_DONE" val="1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38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0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1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2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3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4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5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6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0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38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0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1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2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3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4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5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946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2707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1"/>
  <p:tag name="PPSPLIT_DONE" val="1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2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4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5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6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7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8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9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70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1"/>
  <p:tag name="PPSPLIT_DONE" val="1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2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4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5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6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7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8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9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70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1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2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4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5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6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7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8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69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970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3734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2"/>
  <p:tag name="PPSPLIT_DONE" val="1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6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8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9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0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1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2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3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4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7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8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2"/>
  <p:tag name="PPSPLIT_DONE" val="1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6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8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9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0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1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2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3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4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7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8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2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6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8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89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0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1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2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3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4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4755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7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998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3"/>
  <p:tag name="PPSPLIT_DONE" val="1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0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1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3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4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5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6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7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8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9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20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3"/>
  <p:tag name="PPSPLIT_DONE" val="1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0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1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3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4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5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6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7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8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9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20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3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0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1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3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4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5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6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7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8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19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020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5884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4"/>
  <p:tag name="PPSPLIT_DONE" val="1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4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5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6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8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9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0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1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2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3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4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5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6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4"/>
  <p:tag name="PPSPLIT_DONE" val="1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4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5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6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8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9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0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1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2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3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4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5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6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4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4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5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6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8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39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0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1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2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3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4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5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046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7016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5"/>
  <p:tag name="PPSPLIT_DONE" val="1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8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9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0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2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3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4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5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6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7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8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9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70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5"/>
  <p:tag name="PPSPLIT_DONE" val="1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8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9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0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2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3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4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5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6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7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8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9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70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5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8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59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0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2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3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4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5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6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7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8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69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070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8040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6"/>
  <p:tag name="PPSPLIT_DONE" val="1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2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3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4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8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9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0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1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2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3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4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5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6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6"/>
  <p:tag name="PPSPLIT_DONE" val="1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2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3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4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8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9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0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1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2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3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4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5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6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6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2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3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4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8848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8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89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0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1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2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3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4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5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096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7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8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9"/>
  <p:tag name="PPSPLIT_DONE" val="1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0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4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5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6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7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8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9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0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1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2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3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4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9"/>
  <p:tag name="PPSPLIT_DONE" val="1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0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4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5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6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7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8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9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0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1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2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3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4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29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0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4755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4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5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6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7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8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39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0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1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2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3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144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0"/>
  <p:tag name="PPSPLIT_DONE" val="1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4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8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9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0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1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2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3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4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5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6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7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8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0"/>
  <p:tag name="PPSPLIT_DONE" val="1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4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8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9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0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1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2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3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4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5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6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7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8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0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4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5782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8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59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0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1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2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3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4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5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6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7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168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1"/>
  <p:tag name="PPSPLIT_DONE" val="1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78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2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3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4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5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6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7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8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9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0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1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2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1"/>
  <p:tag name="PPSPLIT_DONE" val="1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78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2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3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4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5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6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7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8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9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0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1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2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1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78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6803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2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3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4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5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6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7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8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89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0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1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192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2"/>
  <p:tag name="PPSPLIT_DONE" val="1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2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6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7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8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9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0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1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2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3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4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5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6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2"/>
  <p:tag name="PPSPLIT_DONE" val="1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2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6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7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8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9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0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1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2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3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4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5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6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2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2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7830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6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7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8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09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0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1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2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3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4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5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216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3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4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5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6"/>
  <p:tag name="PPSPLIT_DONE" val="1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299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300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6"/>
  <p:tag name="PPSPLIT_DONE" val="1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299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300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6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299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300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7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8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39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  <p:tag name="PPSPLIT_DONE" val="1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0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1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2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1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2"/>
  <p:tag name="PPSPLIT_DONE" val="1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2"/>
  <p:tag name="PPSPLIT_DONE" val="1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2"/>
  <p:tag name="PPSPLIT_DONE" val="1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2"/>
  <p:tag name="PPSPLIT_DONE" val="1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2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3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4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5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6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7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0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  <p:tag name="PPSPLIT_DONE" val="1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8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49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  <p:tag name="PPSPLIT_DONE" val="1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  <p:tag name="PPSPLIT_DONE" val="1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  <p:tag name="PPSPLIT_DONE" val="1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  <p:tag name="PPSPLIT_DONE" val="1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6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7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8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9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  <p:tag name="PPSPLIT_DONE" val="1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6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7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8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9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0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4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5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6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7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8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9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0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1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2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3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4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5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6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7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8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9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0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1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2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1"/>
  <p:tag name="PPSPLIT_DONE" val="1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1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2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3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4"/>
  <p:tag name="PPSPLIT_DONE" val="1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4"/>
  <p:tag name="PPSPLIT_DONE" val="1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4"/>
  <p:tag name="PPSPLIT_DONE" val="1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2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3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7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0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4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4"/>
  <p:tag name="PPSPLIT_DONE" val="1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4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6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8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9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0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1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2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3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8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9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0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1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4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5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6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7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8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9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0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3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4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5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6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7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8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19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0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1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25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5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6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37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2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ID" val=" 43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5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6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PLIT_SPLIT" val="1"/>
  <p:tag name="PPSPLIT_ORIGINALSLIDENUMBER" val="57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6402</TotalTime>
  <Words>7238</Words>
  <Application>Microsoft Macintosh PowerPoint</Application>
  <PresentationFormat>Widescreen</PresentationFormat>
  <Paragraphs>1317</Paragraphs>
  <Slides>140</Slides>
  <Notes>137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140</vt:i4>
      </vt:variant>
    </vt:vector>
  </HeadingPairs>
  <TitlesOfParts>
    <vt:vector size="153" baseType="lpstr">
      <vt:lpstr>Monotype Sorts</vt:lpstr>
      <vt:lpstr>Times</vt:lpstr>
      <vt:lpstr>Roboto Medium</vt:lpstr>
      <vt:lpstr>Playfair Display Medium</vt:lpstr>
      <vt:lpstr>Calibri</vt:lpstr>
      <vt:lpstr>Avenir Next</vt:lpstr>
      <vt:lpstr>SimSun</vt:lpstr>
      <vt:lpstr>Broadway</vt:lpstr>
      <vt:lpstr>Arial</vt:lpstr>
      <vt:lpstr>Courier New</vt:lpstr>
      <vt:lpstr>Tw Cen MT</vt:lpstr>
      <vt:lpstr>Roboto Black</vt:lpstr>
      <vt:lpstr>Office Theme</vt:lpstr>
      <vt:lpstr>CSE 508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>Stony Brook University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/>
  <dc:creator>Omar H Chowdhury</dc:creator>
  <cp:keywords/>
  <dc:description/>
  <cp:lastModifiedBy>Omar Chowdhury</cp:lastModifiedBy>
  <cp:revision>1295</cp:revision>
  <dcterms:created xsi:type="dcterms:W3CDTF">2023-02-24T13:39:08Z</dcterms:created>
  <dcterms:modified xsi:type="dcterms:W3CDTF">2025-02-20T16:08:12Z</dcterms:modified>
  <cp:category/>
</cp:coreProperties>
</file>